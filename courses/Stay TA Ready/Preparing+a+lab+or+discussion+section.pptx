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1"/>
  </p:sldMasterIdLst>
  <p:notesMasterIdLst>
    <p:notesMasterId r:id="rId15"/>
  </p:notesMasterIdLst>
  <p:handoutMasterIdLst>
    <p:handoutMasterId r:id="rId16"/>
  </p:handoutMasterIdLst>
  <p:sldIdLst>
    <p:sldId id="331" r:id="rId2"/>
    <p:sldId id="330" r:id="rId3"/>
    <p:sldId id="349" r:id="rId4"/>
    <p:sldId id="350" r:id="rId5"/>
    <p:sldId id="351" r:id="rId6"/>
    <p:sldId id="352" r:id="rId7"/>
    <p:sldId id="353" r:id="rId8"/>
    <p:sldId id="354" r:id="rId9"/>
    <p:sldId id="355" r:id="rId10"/>
    <p:sldId id="356" r:id="rId11"/>
    <p:sldId id="358" r:id="rId12"/>
    <p:sldId id="359" r:id="rId13"/>
    <p:sldId id="34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44" autoAdjust="0"/>
    <p:restoredTop sz="86684" autoAdjust="0"/>
  </p:normalViewPr>
  <p:slideViewPr>
    <p:cSldViewPr snapToGrid="0" snapToObjects="1">
      <p:cViewPr varScale="1">
        <p:scale>
          <a:sx n="68" d="100"/>
          <a:sy n="68" d="100"/>
        </p:scale>
        <p:origin x="677" y="62"/>
      </p:cViewPr>
      <p:guideLst>
        <p:guide orient="horz" pos="2160"/>
        <p:guide pos="3840"/>
      </p:guideLst>
    </p:cSldViewPr>
  </p:slideViewPr>
  <p:notesTextViewPr>
    <p:cViewPr>
      <p:scale>
        <a:sx n="100" d="100"/>
        <a:sy n="100" d="100"/>
      </p:scale>
      <p:origin x="0" y="0"/>
    </p:cViewPr>
  </p:notesTextViewPr>
  <p:sorterViewPr>
    <p:cViewPr>
      <p:scale>
        <a:sx n="98" d="100"/>
        <a:sy n="98" d="100"/>
      </p:scale>
      <p:origin x="0" y="31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131BE6A-E104-A94E-BC1E-B7C7FE62D9D7}" type="datetimeFigureOut">
              <a:rPr lang="en-US" smtClean="0"/>
              <a:t>11/4/2024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87859CF-0B3D-3C44-8ADE-FEEA8C903966}" type="slidenum">
              <a:rPr lang="en-US" smtClean="0"/>
              <a:t>‹#›</a:t>
            </a:fld>
            <a:endParaRPr lang="en-US"/>
          </a:p>
        </p:txBody>
      </p:sp>
    </p:spTree>
    <p:extLst>
      <p:ext uri="{BB962C8B-B14F-4D97-AF65-F5344CB8AC3E}">
        <p14:creationId xmlns:p14="http://schemas.microsoft.com/office/powerpoint/2010/main" val="5478529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C72698-691F-5147-855C-731AE4D4438C}" type="datetimeFigureOut">
              <a:rPr lang="en-US" smtClean="0"/>
              <a:t>11/2/2024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C0378F-AE43-5A4A-846F-06BF7C1DFE8F}" type="slidenum">
              <a:rPr lang="en-US" smtClean="0"/>
              <a:t>‹#›</a:t>
            </a:fld>
            <a:endParaRPr lang="en-US"/>
          </a:p>
        </p:txBody>
      </p:sp>
    </p:spTree>
    <p:extLst>
      <p:ext uri="{BB962C8B-B14F-4D97-AF65-F5344CB8AC3E}">
        <p14:creationId xmlns:p14="http://schemas.microsoft.com/office/powerpoint/2010/main" val="130964600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ocs.google.com/document/d/1dFieEER5qjL-bLxN1oEgETrbH1VA6BOyaJu2Ja5YVS4/edit?usp=sharing"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ocs.google.com/document/d/1dFieEER5qjL-bLxN1oEgETrbH1VA6BOyaJu2Ja5YVS4/edit?usp=sharing"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C0378F-AE43-5A4A-846F-06BF7C1DFE8F}" type="slidenum">
              <a:rPr lang="en-US" smtClean="0"/>
              <a:t>2</a:t>
            </a:fld>
            <a:endParaRPr lang="en-US"/>
          </a:p>
        </p:txBody>
      </p:sp>
    </p:spTree>
    <p:extLst>
      <p:ext uri="{BB962C8B-B14F-4D97-AF65-F5344CB8AC3E}">
        <p14:creationId xmlns:p14="http://schemas.microsoft.com/office/powerpoint/2010/main" val="1545156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u="sng"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https://docs.google.com/document/d/1dFieEER5qjL-bLxN1oEgETrbH1VA6BOyaJu2Ja5YVS4/edit?usp=sharing</a:t>
            </a:r>
            <a:r>
              <a:rPr lang="en-US" sz="1800" dirty="0">
                <a:effectLst/>
                <a:latin typeface="Aptos" panose="020B0004020202020204" pitchFamily="34" charset="0"/>
                <a:ea typeface="Aptos" panose="020B0004020202020204" pitchFamily="34" charset="0"/>
                <a:cs typeface="Times New Roman" panose="02020603050405020304" pitchFamily="18" charset="0"/>
              </a:rPr>
              <a:t> </a:t>
            </a:r>
            <a:endParaRPr lang="en-US" dirty="0"/>
          </a:p>
        </p:txBody>
      </p:sp>
      <p:sp>
        <p:nvSpPr>
          <p:cNvPr id="4" name="Slide Number Placeholder 3"/>
          <p:cNvSpPr>
            <a:spLocks noGrp="1"/>
          </p:cNvSpPr>
          <p:nvPr>
            <p:ph type="sldNum" sz="quarter" idx="5"/>
          </p:nvPr>
        </p:nvSpPr>
        <p:spPr/>
        <p:txBody>
          <a:bodyPr/>
          <a:lstStyle/>
          <a:p>
            <a:fld id="{A8C0378F-AE43-5A4A-846F-06BF7C1DFE8F}" type="slidenum">
              <a:rPr lang="en-US" smtClean="0"/>
              <a:t>5</a:t>
            </a:fld>
            <a:endParaRPr lang="en-US"/>
          </a:p>
        </p:txBody>
      </p:sp>
    </p:spTree>
    <p:extLst>
      <p:ext uri="{BB962C8B-B14F-4D97-AF65-F5344CB8AC3E}">
        <p14:creationId xmlns:p14="http://schemas.microsoft.com/office/powerpoint/2010/main" val="1158758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u="sng">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https://docs.google.com/document/d/1dFieEER5qjL-bLxN1oEgETrbH1VA6BOyaJu2Ja5YVS4/edit?usp=sharing</a:t>
            </a:r>
            <a:r>
              <a:rPr lang="en-US" sz="1800">
                <a:effectLst/>
                <a:latin typeface="Aptos" panose="020B0004020202020204" pitchFamily="34" charset="0"/>
                <a:ea typeface="Aptos" panose="020B0004020202020204" pitchFamily="34" charset="0"/>
                <a:cs typeface="Times New Roman" panose="02020603050405020304" pitchFamily="18" charset="0"/>
              </a:rPr>
              <a:t> </a:t>
            </a:r>
            <a:endParaRPr lang="en-US"/>
          </a:p>
        </p:txBody>
      </p:sp>
      <p:sp>
        <p:nvSpPr>
          <p:cNvPr id="4" name="Slide Number Placeholder 3"/>
          <p:cNvSpPr>
            <a:spLocks noGrp="1"/>
          </p:cNvSpPr>
          <p:nvPr>
            <p:ph type="sldNum" sz="quarter" idx="5"/>
          </p:nvPr>
        </p:nvSpPr>
        <p:spPr/>
        <p:txBody>
          <a:bodyPr/>
          <a:lstStyle/>
          <a:p>
            <a:fld id="{A8C0378F-AE43-5A4A-846F-06BF7C1DFE8F}" type="slidenum">
              <a:rPr lang="en-US" smtClean="0"/>
              <a:t>9</a:t>
            </a:fld>
            <a:endParaRPr lang="en-US"/>
          </a:p>
        </p:txBody>
      </p:sp>
    </p:spTree>
    <p:extLst>
      <p:ext uri="{BB962C8B-B14F-4D97-AF65-F5344CB8AC3E}">
        <p14:creationId xmlns:p14="http://schemas.microsoft.com/office/powerpoint/2010/main" val="12420597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0F3DA01-CCF1-5343-A63F-D463412D4456}"/>
              </a:ext>
            </a:extLst>
          </p:cNvPr>
          <p:cNvGrpSpPr/>
          <p:nvPr/>
        </p:nvGrpSpPr>
        <p:grpSpPr>
          <a:xfrm>
            <a:off x="0" y="0"/>
            <a:ext cx="12212457" cy="6873342"/>
            <a:chOff x="-18411" y="-6137"/>
            <a:chExt cx="12212457" cy="6873342"/>
          </a:xfrm>
        </p:grpSpPr>
        <p:sp>
          <p:nvSpPr>
            <p:cNvPr id="11" name="Freeform 10">
              <a:extLst>
                <a:ext uri="{FF2B5EF4-FFF2-40B4-BE49-F238E27FC236}">
                  <a16:creationId xmlns:a16="http://schemas.microsoft.com/office/drawing/2014/main" id="{6E179845-F930-734E-9616-133C1C5F7608}"/>
                </a:ext>
              </a:extLst>
            </p:cNvPr>
            <p:cNvSpPr/>
            <p:nvPr/>
          </p:nvSpPr>
          <p:spPr>
            <a:xfrm>
              <a:off x="-18411" y="3031635"/>
              <a:ext cx="12212457" cy="3835570"/>
            </a:xfrm>
            <a:custGeom>
              <a:avLst/>
              <a:gdLst>
                <a:gd name="connsiteX0" fmla="*/ 0 w 12212457"/>
                <a:gd name="connsiteY0" fmla="*/ 2718652 h 3835570"/>
                <a:gd name="connsiteX1" fmla="*/ 0 w 12212457"/>
                <a:gd name="connsiteY1" fmla="*/ 3835570 h 3835570"/>
                <a:gd name="connsiteX2" fmla="*/ 153423 w 12212457"/>
                <a:gd name="connsiteY2" fmla="*/ 3835570 h 3835570"/>
                <a:gd name="connsiteX3" fmla="*/ 5443442 w 12212457"/>
                <a:gd name="connsiteY3" fmla="*/ 3835570 h 3835570"/>
                <a:gd name="connsiteX4" fmla="*/ 12212457 w 12212457"/>
                <a:gd name="connsiteY4" fmla="*/ 619828 h 3835570"/>
                <a:gd name="connsiteX5" fmla="*/ 12212457 w 12212457"/>
                <a:gd name="connsiteY5" fmla="*/ 0 h 3835570"/>
                <a:gd name="connsiteX6" fmla="*/ 0 w 12212457"/>
                <a:gd name="connsiteY6" fmla="*/ 2718652 h 3835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2457" h="3835570">
                  <a:moveTo>
                    <a:pt x="0" y="2718652"/>
                  </a:moveTo>
                  <a:lnTo>
                    <a:pt x="0" y="3835570"/>
                  </a:lnTo>
                  <a:lnTo>
                    <a:pt x="153423" y="3835570"/>
                  </a:lnTo>
                  <a:lnTo>
                    <a:pt x="5443442" y="3835570"/>
                  </a:lnTo>
                  <a:lnTo>
                    <a:pt x="12212457" y="619828"/>
                  </a:lnTo>
                  <a:lnTo>
                    <a:pt x="12212457" y="0"/>
                  </a:lnTo>
                  <a:lnTo>
                    <a:pt x="0" y="2718652"/>
                  </a:lnTo>
                  <a:close/>
                </a:path>
              </a:pathLst>
            </a:custGeom>
            <a:solidFill>
              <a:srgbClr val="FFB8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Fira Sans" panose="020B0503050000020004" pitchFamily="34" charset="0"/>
              </a:endParaRPr>
            </a:p>
          </p:txBody>
        </p:sp>
        <p:sp>
          <p:nvSpPr>
            <p:cNvPr id="12" name="Trapezoid 6">
              <a:extLst>
                <a:ext uri="{FF2B5EF4-FFF2-40B4-BE49-F238E27FC236}">
                  <a16:creationId xmlns:a16="http://schemas.microsoft.com/office/drawing/2014/main" id="{DE718F1A-9B31-EF4A-94FF-1B14E6A8FEEA}"/>
                </a:ext>
              </a:extLst>
            </p:cNvPr>
            <p:cNvSpPr/>
            <p:nvPr/>
          </p:nvSpPr>
          <p:spPr>
            <a:xfrm>
              <a:off x="-18411" y="-6137"/>
              <a:ext cx="12210411" cy="5842341"/>
            </a:xfrm>
            <a:custGeom>
              <a:avLst/>
              <a:gdLst>
                <a:gd name="connsiteX0" fmla="*/ 0 w 12046760"/>
                <a:gd name="connsiteY0" fmla="*/ 5842341 h 5842341"/>
                <a:gd name="connsiteX1" fmla="*/ 1460585 w 12046760"/>
                <a:gd name="connsiteY1" fmla="*/ 0 h 5842341"/>
                <a:gd name="connsiteX2" fmla="*/ 10586175 w 12046760"/>
                <a:gd name="connsiteY2" fmla="*/ 0 h 5842341"/>
                <a:gd name="connsiteX3" fmla="*/ 12046760 w 12046760"/>
                <a:gd name="connsiteY3" fmla="*/ 5842341 h 5842341"/>
                <a:gd name="connsiteX4" fmla="*/ 0 w 12046760"/>
                <a:gd name="connsiteY4" fmla="*/ 5842341 h 5842341"/>
                <a:gd name="connsiteX0" fmla="*/ 0 w 12046760"/>
                <a:gd name="connsiteY0" fmla="*/ 5842341 h 5842341"/>
                <a:gd name="connsiteX1" fmla="*/ 12274 w 12046760"/>
                <a:gd name="connsiteY1" fmla="*/ 0 h 5842341"/>
                <a:gd name="connsiteX2" fmla="*/ 10586175 w 12046760"/>
                <a:gd name="connsiteY2" fmla="*/ 0 h 5842341"/>
                <a:gd name="connsiteX3" fmla="*/ 12046760 w 12046760"/>
                <a:gd name="connsiteY3" fmla="*/ 5842341 h 5842341"/>
                <a:gd name="connsiteX4" fmla="*/ 0 w 12046760"/>
                <a:gd name="connsiteY4" fmla="*/ 5842341 h 5842341"/>
                <a:gd name="connsiteX0" fmla="*/ 0 w 12194047"/>
                <a:gd name="connsiteY0" fmla="*/ 5842341 h 5842341"/>
                <a:gd name="connsiteX1" fmla="*/ 12274 w 12194047"/>
                <a:gd name="connsiteY1" fmla="*/ 0 h 5842341"/>
                <a:gd name="connsiteX2" fmla="*/ 12194047 w 12194047"/>
                <a:gd name="connsiteY2" fmla="*/ 6137 h 5842341"/>
                <a:gd name="connsiteX3" fmla="*/ 12046760 w 12194047"/>
                <a:gd name="connsiteY3" fmla="*/ 5842341 h 5842341"/>
                <a:gd name="connsiteX4" fmla="*/ 0 w 12194047"/>
                <a:gd name="connsiteY4" fmla="*/ 5842341 h 5842341"/>
                <a:gd name="connsiteX0" fmla="*/ 0 w 12194047"/>
                <a:gd name="connsiteY0" fmla="*/ 5842341 h 5842341"/>
                <a:gd name="connsiteX1" fmla="*/ 12274 w 12194047"/>
                <a:gd name="connsiteY1" fmla="*/ 0 h 5842341"/>
                <a:gd name="connsiteX2" fmla="*/ 12194047 w 12194047"/>
                <a:gd name="connsiteY2" fmla="*/ 6137 h 5842341"/>
                <a:gd name="connsiteX3" fmla="*/ 12194046 w 12194047"/>
                <a:gd name="connsiteY3" fmla="*/ 3080730 h 5842341"/>
                <a:gd name="connsiteX4" fmla="*/ 0 w 12194047"/>
                <a:gd name="connsiteY4" fmla="*/ 5842341 h 5842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4047" h="5842341">
                  <a:moveTo>
                    <a:pt x="0" y="5842341"/>
                  </a:moveTo>
                  <a:cubicBezTo>
                    <a:pt x="4091" y="3894894"/>
                    <a:pt x="8183" y="1947447"/>
                    <a:pt x="12274" y="0"/>
                  </a:cubicBezTo>
                  <a:lnTo>
                    <a:pt x="12194047" y="6137"/>
                  </a:lnTo>
                  <a:cubicBezTo>
                    <a:pt x="12194047" y="1031001"/>
                    <a:pt x="12194046" y="2055866"/>
                    <a:pt x="12194046" y="3080730"/>
                  </a:cubicBezTo>
                  <a:lnTo>
                    <a:pt x="0" y="5842341"/>
                  </a:lnTo>
                  <a:close/>
                </a:path>
              </a:pathLst>
            </a:cu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dirty="0">
                  <a:latin typeface="Fira Sans" panose="020B0503050000020004" pitchFamily="34" charset="0"/>
                </a:rPr>
                <a:t>  </a:t>
              </a:r>
            </a:p>
          </p:txBody>
        </p:sp>
      </p:grpSp>
      <p:sp>
        <p:nvSpPr>
          <p:cNvPr id="5123" name="Rectangle 3"/>
          <p:cNvSpPr>
            <a:spLocks noGrp="1" noChangeArrowheads="1"/>
          </p:cNvSpPr>
          <p:nvPr>
            <p:ph type="ctrTitle"/>
          </p:nvPr>
        </p:nvSpPr>
        <p:spPr>
          <a:xfrm>
            <a:off x="914400" y="709356"/>
            <a:ext cx="9753600" cy="2057400"/>
          </a:xfrm>
        </p:spPr>
        <p:txBody>
          <a:bodyPr/>
          <a:lstStyle>
            <a:lvl1pPr>
              <a:defRPr sz="5400">
                <a:solidFill>
                  <a:schemeClr val="bg1"/>
                </a:solidFill>
                <a:latin typeface="Fira Sans" panose="020B0503050000020004" pitchFamily="34" charset="0"/>
              </a:defRPr>
            </a:lvl1pPr>
          </a:lstStyle>
          <a:p>
            <a:pPr lvl="0"/>
            <a:r>
              <a:rPr lang="en-US" noProof="0"/>
              <a:t>Click to edit Master title style</a:t>
            </a:r>
            <a:endParaRPr lang="en-US" noProof="0" dirty="0"/>
          </a:p>
        </p:txBody>
      </p:sp>
      <p:sp>
        <p:nvSpPr>
          <p:cNvPr id="5124" name="Rectangle 4"/>
          <p:cNvSpPr>
            <a:spLocks noGrp="1" noChangeArrowheads="1"/>
          </p:cNvSpPr>
          <p:nvPr>
            <p:ph type="subTitle" idx="1"/>
          </p:nvPr>
        </p:nvSpPr>
        <p:spPr>
          <a:xfrm>
            <a:off x="914400" y="2766756"/>
            <a:ext cx="9753600" cy="2057400"/>
          </a:xfrm>
        </p:spPr>
        <p:txBody>
          <a:bodyPr/>
          <a:lstStyle>
            <a:lvl1pPr marL="0" indent="0">
              <a:buFont typeface="Wingdings" charset="0"/>
              <a:buNone/>
              <a:defRPr sz="3200">
                <a:solidFill>
                  <a:schemeClr val="bg1"/>
                </a:solidFill>
                <a:latin typeface="Fira Sans" panose="020B0503050000020004" pitchFamily="34" charset="0"/>
              </a:defRPr>
            </a:lvl1pPr>
          </a:lstStyle>
          <a:p>
            <a:pPr lvl="0"/>
            <a:r>
              <a:rPr lang="en-US" noProof="0"/>
              <a:t>Click to edit Master subtitle style</a:t>
            </a:r>
            <a:endParaRPr lang="en-US" noProof="0" dirty="0"/>
          </a:p>
        </p:txBody>
      </p:sp>
      <p:sp>
        <p:nvSpPr>
          <p:cNvPr id="17" name="Slide Number Placeholder 5">
            <a:extLst>
              <a:ext uri="{FF2B5EF4-FFF2-40B4-BE49-F238E27FC236}">
                <a16:creationId xmlns:a16="http://schemas.microsoft.com/office/drawing/2014/main" id="{31D6E5A9-C1C1-854B-BE9D-ADA6A8DB56F1}"/>
              </a:ext>
            </a:extLst>
          </p:cNvPr>
          <p:cNvSpPr>
            <a:spLocks noGrp="1"/>
          </p:cNvSpPr>
          <p:nvPr>
            <p:ph type="sldNum" sz="quarter" idx="12"/>
          </p:nvPr>
        </p:nvSpPr>
        <p:spPr>
          <a:xfrm>
            <a:off x="609600" y="6432508"/>
            <a:ext cx="2844800" cy="304800"/>
          </a:xfrm>
          <a:prstGeom prst="rect">
            <a:avLst/>
          </a:prstGeom>
        </p:spPr>
        <p:txBody>
          <a:bodyPr/>
          <a:lstStyle>
            <a:lvl1pPr>
              <a:defRPr sz="1600" smtClean="0">
                <a:solidFill>
                  <a:srgbClr val="003DA5"/>
                </a:solidFill>
                <a:latin typeface="Fira Sans" panose="020B0503050000020004" pitchFamily="34" charset="0"/>
                <a:cs typeface="+mn-cs"/>
              </a:defRPr>
            </a:lvl1pPr>
          </a:lstStyle>
          <a:p>
            <a:fld id="{4782F0AB-1D23-2A46-8C7F-950CD4EE041A}" type="slidenum">
              <a:rPr lang="en-US" smtClean="0"/>
              <a:t>‹#›</a:t>
            </a:fld>
            <a:endParaRPr lang="en-US"/>
          </a:p>
        </p:txBody>
      </p:sp>
      <p:pic>
        <p:nvPicPr>
          <p:cNvPr id="4" name="Picture 3" descr="Logo&#10;&#10;Description automatically generated">
            <a:extLst>
              <a:ext uri="{FF2B5EF4-FFF2-40B4-BE49-F238E27FC236}">
                <a16:creationId xmlns:a16="http://schemas.microsoft.com/office/drawing/2014/main" id="{F96CB40C-5787-394D-AD0A-83AF1E7EEB75}"/>
              </a:ext>
            </a:extLst>
          </p:cNvPr>
          <p:cNvPicPr>
            <a:picLocks noChangeAspect="1"/>
          </p:cNvPicPr>
          <p:nvPr/>
        </p:nvPicPr>
        <p:blipFill>
          <a:blip r:embed="rId2"/>
          <a:stretch>
            <a:fillRect/>
          </a:stretch>
        </p:blipFill>
        <p:spPr>
          <a:xfrm>
            <a:off x="10022774" y="6061492"/>
            <a:ext cx="2093026" cy="670136"/>
          </a:xfrm>
          <a:prstGeom prst="rect">
            <a:avLst/>
          </a:prstGeom>
        </p:spPr>
      </p:pic>
      <p:pic>
        <p:nvPicPr>
          <p:cNvPr id="9" name="Picture 8" descr="Logo&#10;&#10;Description automatically generated">
            <a:extLst>
              <a:ext uri="{FF2B5EF4-FFF2-40B4-BE49-F238E27FC236}">
                <a16:creationId xmlns:a16="http://schemas.microsoft.com/office/drawing/2014/main" id="{8C3FFFBE-BF93-1E4D-A9C9-18E1E6C452C3}"/>
              </a:ext>
            </a:extLst>
          </p:cNvPr>
          <p:cNvPicPr>
            <a:picLocks noChangeAspect="1"/>
          </p:cNvPicPr>
          <p:nvPr userDrawn="1"/>
        </p:nvPicPr>
        <p:blipFill>
          <a:blip r:embed="rId2"/>
          <a:stretch>
            <a:fillRect/>
          </a:stretch>
        </p:blipFill>
        <p:spPr>
          <a:xfrm>
            <a:off x="10022774" y="6061492"/>
            <a:ext cx="2093026" cy="670136"/>
          </a:xfrm>
          <a:prstGeom prst="rect">
            <a:avLst/>
          </a:prstGeom>
        </p:spPr>
      </p:pic>
    </p:spTree>
    <p:extLst>
      <p:ext uri="{BB962C8B-B14F-4D97-AF65-F5344CB8AC3E}">
        <p14:creationId xmlns:p14="http://schemas.microsoft.com/office/powerpoint/2010/main" val="3718732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5">
            <a:extLst>
              <a:ext uri="{FF2B5EF4-FFF2-40B4-BE49-F238E27FC236}">
                <a16:creationId xmlns:a16="http://schemas.microsoft.com/office/drawing/2014/main" id="{DF39B2DA-75E9-1349-B943-8E0D0A83FA2C}"/>
              </a:ext>
            </a:extLst>
          </p:cNvPr>
          <p:cNvSpPr>
            <a:spLocks noGrp="1"/>
          </p:cNvSpPr>
          <p:nvPr>
            <p:ph type="sldNum" sz="quarter" idx="12"/>
          </p:nvPr>
        </p:nvSpPr>
        <p:spPr>
          <a:xfrm>
            <a:off x="609600" y="6432508"/>
            <a:ext cx="2844800" cy="304800"/>
          </a:xfrm>
          <a:prstGeom prst="rect">
            <a:avLst/>
          </a:prstGeom>
        </p:spPr>
        <p:txBody>
          <a:bodyPr/>
          <a:lstStyle>
            <a:lvl1pPr>
              <a:defRPr sz="1600" smtClean="0">
                <a:solidFill>
                  <a:srgbClr val="003DA5"/>
                </a:solidFill>
                <a:latin typeface="Fira Sans" panose="020B0503050000020004" pitchFamily="34" charset="0"/>
                <a:cs typeface="+mn-cs"/>
              </a:defRPr>
            </a:lvl1pPr>
          </a:lstStyle>
          <a:p>
            <a:fld id="{3AE0FA94-F589-7A4C-890F-3BC5373CCDC8}" type="slidenum">
              <a:rPr lang="en-US" smtClean="0"/>
              <a:pPr/>
              <a:t>‹#›</a:t>
            </a:fld>
            <a:endParaRPr lang="en-US" dirty="0"/>
          </a:p>
        </p:txBody>
      </p:sp>
      <p:pic>
        <p:nvPicPr>
          <p:cNvPr id="7" name="Picture 6" descr="Logo&#10;&#10;Description automatically generated">
            <a:extLst>
              <a:ext uri="{FF2B5EF4-FFF2-40B4-BE49-F238E27FC236}">
                <a16:creationId xmlns:a16="http://schemas.microsoft.com/office/drawing/2014/main" id="{7E3B66D6-31AA-0D47-82CF-D0278F587268}"/>
              </a:ext>
            </a:extLst>
          </p:cNvPr>
          <p:cNvPicPr>
            <a:picLocks noChangeAspect="1"/>
          </p:cNvPicPr>
          <p:nvPr/>
        </p:nvPicPr>
        <p:blipFill>
          <a:blip r:embed="rId2"/>
          <a:stretch>
            <a:fillRect/>
          </a:stretch>
        </p:blipFill>
        <p:spPr>
          <a:xfrm>
            <a:off x="10022774" y="6061492"/>
            <a:ext cx="2093026" cy="670136"/>
          </a:xfrm>
          <a:prstGeom prst="rect">
            <a:avLst/>
          </a:prstGeom>
        </p:spPr>
      </p:pic>
      <p:pic>
        <p:nvPicPr>
          <p:cNvPr id="6" name="Graphic 5">
            <a:extLst>
              <a:ext uri="{FF2B5EF4-FFF2-40B4-BE49-F238E27FC236}">
                <a16:creationId xmlns:a16="http://schemas.microsoft.com/office/drawing/2014/main" id="{4ED7E7CE-DC4E-7E45-95C2-E72B54DE05D4}"/>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9600" y="228600"/>
            <a:ext cx="444904" cy="203531"/>
          </a:xfrm>
          <a:prstGeom prst="rect">
            <a:avLst/>
          </a:prstGeom>
        </p:spPr>
      </p:pic>
      <p:pic>
        <p:nvPicPr>
          <p:cNvPr id="8" name="Picture 7" descr="Logo&#10;&#10;Description automatically generated">
            <a:extLst>
              <a:ext uri="{FF2B5EF4-FFF2-40B4-BE49-F238E27FC236}">
                <a16:creationId xmlns:a16="http://schemas.microsoft.com/office/drawing/2014/main" id="{76136ED4-8724-B943-9319-FE77575427FC}"/>
              </a:ext>
            </a:extLst>
          </p:cNvPr>
          <p:cNvPicPr>
            <a:picLocks noChangeAspect="1"/>
          </p:cNvPicPr>
          <p:nvPr userDrawn="1"/>
        </p:nvPicPr>
        <p:blipFill>
          <a:blip r:embed="rId2"/>
          <a:stretch>
            <a:fillRect/>
          </a:stretch>
        </p:blipFill>
        <p:spPr>
          <a:xfrm>
            <a:off x="10022774" y="6061492"/>
            <a:ext cx="2093026" cy="670136"/>
          </a:xfrm>
          <a:prstGeom prst="rect">
            <a:avLst/>
          </a:prstGeom>
        </p:spPr>
      </p:pic>
    </p:spTree>
    <p:extLst>
      <p:ext uri="{BB962C8B-B14F-4D97-AF65-F5344CB8AC3E}">
        <p14:creationId xmlns:p14="http://schemas.microsoft.com/office/powerpoint/2010/main" val="1275011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20A213B-2BA3-B549-897F-4A6EFD585BB8}"/>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872220" y="743002"/>
            <a:ext cx="444904" cy="203531"/>
          </a:xfrm>
          <a:prstGeom prst="rect">
            <a:avLst/>
          </a:prstGeom>
        </p:spPr>
      </p:pic>
      <p:sp>
        <p:nvSpPr>
          <p:cNvPr id="15" name="Slide Number Placeholder 5">
            <a:extLst>
              <a:ext uri="{FF2B5EF4-FFF2-40B4-BE49-F238E27FC236}">
                <a16:creationId xmlns:a16="http://schemas.microsoft.com/office/drawing/2014/main" id="{5BBCCFB1-3857-9145-9AD9-6C815B3E7CF4}"/>
              </a:ext>
            </a:extLst>
          </p:cNvPr>
          <p:cNvSpPr>
            <a:spLocks noGrp="1"/>
          </p:cNvSpPr>
          <p:nvPr>
            <p:ph type="sldNum" sz="quarter" idx="12"/>
          </p:nvPr>
        </p:nvSpPr>
        <p:spPr>
          <a:xfrm>
            <a:off x="609600" y="6432508"/>
            <a:ext cx="2844800" cy="304800"/>
          </a:xfrm>
          <a:prstGeom prst="rect">
            <a:avLst/>
          </a:prstGeom>
        </p:spPr>
        <p:txBody>
          <a:bodyPr/>
          <a:lstStyle>
            <a:lvl1pPr>
              <a:defRPr sz="1600" smtClean="0">
                <a:solidFill>
                  <a:srgbClr val="003DA5"/>
                </a:solidFill>
                <a:latin typeface="Fira Sans" panose="020B0503050000020004" pitchFamily="34" charset="0"/>
                <a:cs typeface="+mn-cs"/>
              </a:defRPr>
            </a:lvl1pPr>
          </a:lstStyle>
          <a:p>
            <a:fld id="{3AE0FA94-F589-7A4C-890F-3BC5373CCDC8}" type="slidenum">
              <a:rPr lang="en-US" smtClean="0"/>
              <a:pPr/>
              <a:t>‹#›</a:t>
            </a:fld>
            <a:endParaRPr lang="en-US" dirty="0"/>
          </a:p>
        </p:txBody>
      </p:sp>
      <p:pic>
        <p:nvPicPr>
          <p:cNvPr id="6" name="Picture 5" descr="Logo&#10;&#10;Description automatically generated">
            <a:extLst>
              <a:ext uri="{FF2B5EF4-FFF2-40B4-BE49-F238E27FC236}">
                <a16:creationId xmlns:a16="http://schemas.microsoft.com/office/drawing/2014/main" id="{9D77D04F-3A99-B042-B2C1-7E1D878F9E01}"/>
              </a:ext>
            </a:extLst>
          </p:cNvPr>
          <p:cNvPicPr>
            <a:picLocks noChangeAspect="1"/>
          </p:cNvPicPr>
          <p:nvPr/>
        </p:nvPicPr>
        <p:blipFill>
          <a:blip r:embed="rId4"/>
          <a:stretch>
            <a:fillRect/>
          </a:stretch>
        </p:blipFill>
        <p:spPr>
          <a:xfrm>
            <a:off x="10022774" y="6061492"/>
            <a:ext cx="2093026" cy="670136"/>
          </a:xfrm>
          <a:prstGeom prst="rect">
            <a:avLst/>
          </a:prstGeom>
        </p:spPr>
      </p:pic>
      <p:pic>
        <p:nvPicPr>
          <p:cNvPr id="5" name="Picture 4" descr="Logo&#10;&#10;Description automatically generated">
            <a:extLst>
              <a:ext uri="{FF2B5EF4-FFF2-40B4-BE49-F238E27FC236}">
                <a16:creationId xmlns:a16="http://schemas.microsoft.com/office/drawing/2014/main" id="{990BFD81-7C0F-3B48-9BD7-CDC9DCE7F313}"/>
              </a:ext>
            </a:extLst>
          </p:cNvPr>
          <p:cNvPicPr>
            <a:picLocks noChangeAspect="1"/>
          </p:cNvPicPr>
          <p:nvPr userDrawn="1"/>
        </p:nvPicPr>
        <p:blipFill>
          <a:blip r:embed="rId4"/>
          <a:stretch>
            <a:fillRect/>
          </a:stretch>
        </p:blipFill>
        <p:spPr>
          <a:xfrm>
            <a:off x="10022774" y="6061492"/>
            <a:ext cx="2093026" cy="670136"/>
          </a:xfrm>
          <a:prstGeom prst="rect">
            <a:avLst/>
          </a:prstGeom>
        </p:spPr>
      </p:pic>
    </p:spTree>
    <p:extLst>
      <p:ext uri="{BB962C8B-B14F-4D97-AF65-F5344CB8AC3E}">
        <p14:creationId xmlns:p14="http://schemas.microsoft.com/office/powerpoint/2010/main" val="3504047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Content Placeholder 2"/>
          <p:cNvSpPr>
            <a:spLocks noGrp="1"/>
          </p:cNvSpPr>
          <p:nvPr>
            <p:ph sz="half" idx="1"/>
          </p:nvPr>
        </p:nvSpPr>
        <p:spPr>
          <a:xfrm>
            <a:off x="609600" y="1143000"/>
            <a:ext cx="5384800" cy="5105400"/>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143000"/>
            <a:ext cx="5384800" cy="5105400"/>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5">
            <a:extLst>
              <a:ext uri="{FF2B5EF4-FFF2-40B4-BE49-F238E27FC236}">
                <a16:creationId xmlns:a16="http://schemas.microsoft.com/office/drawing/2014/main" id="{DAA231FA-0EDB-1E4C-BBAD-DCE94193660F}"/>
              </a:ext>
            </a:extLst>
          </p:cNvPr>
          <p:cNvSpPr>
            <a:spLocks noGrp="1"/>
          </p:cNvSpPr>
          <p:nvPr>
            <p:ph type="sldNum" sz="quarter" idx="12"/>
          </p:nvPr>
        </p:nvSpPr>
        <p:spPr>
          <a:xfrm>
            <a:off x="609600" y="6432508"/>
            <a:ext cx="2844800" cy="304800"/>
          </a:xfrm>
          <a:prstGeom prst="rect">
            <a:avLst/>
          </a:prstGeom>
        </p:spPr>
        <p:txBody>
          <a:bodyPr/>
          <a:lstStyle>
            <a:lvl1pPr>
              <a:defRPr sz="1600" smtClean="0">
                <a:solidFill>
                  <a:srgbClr val="003DA5"/>
                </a:solidFill>
                <a:latin typeface="Fira Sans" panose="020B0503050000020004" pitchFamily="34" charset="0"/>
                <a:cs typeface="+mn-cs"/>
              </a:defRPr>
            </a:lvl1pPr>
          </a:lstStyle>
          <a:p>
            <a:fld id="{3AE0FA94-F589-7A4C-890F-3BC5373CCDC8}" type="slidenum">
              <a:rPr lang="en-US" smtClean="0"/>
              <a:pPr/>
              <a:t>‹#›</a:t>
            </a:fld>
            <a:endParaRPr lang="en-US" dirty="0"/>
          </a:p>
        </p:txBody>
      </p:sp>
      <p:pic>
        <p:nvPicPr>
          <p:cNvPr id="8" name="Picture 7" descr="Logo&#10;&#10;Description automatically generated">
            <a:extLst>
              <a:ext uri="{FF2B5EF4-FFF2-40B4-BE49-F238E27FC236}">
                <a16:creationId xmlns:a16="http://schemas.microsoft.com/office/drawing/2014/main" id="{7FE431B6-308A-094C-8198-0F97A14B4975}"/>
              </a:ext>
            </a:extLst>
          </p:cNvPr>
          <p:cNvPicPr>
            <a:picLocks noChangeAspect="1"/>
          </p:cNvPicPr>
          <p:nvPr/>
        </p:nvPicPr>
        <p:blipFill>
          <a:blip r:embed="rId2"/>
          <a:stretch>
            <a:fillRect/>
          </a:stretch>
        </p:blipFill>
        <p:spPr>
          <a:xfrm>
            <a:off x="10022774" y="6061492"/>
            <a:ext cx="2093026" cy="670136"/>
          </a:xfrm>
          <a:prstGeom prst="rect">
            <a:avLst/>
          </a:prstGeom>
        </p:spPr>
      </p:pic>
      <p:pic>
        <p:nvPicPr>
          <p:cNvPr id="7" name="Graphic 6">
            <a:extLst>
              <a:ext uri="{FF2B5EF4-FFF2-40B4-BE49-F238E27FC236}">
                <a16:creationId xmlns:a16="http://schemas.microsoft.com/office/drawing/2014/main" id="{A65C9E01-B6E2-594B-9A12-267521FEA7DB}"/>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9600" y="228600"/>
            <a:ext cx="444904" cy="203531"/>
          </a:xfrm>
          <a:prstGeom prst="rect">
            <a:avLst/>
          </a:prstGeom>
        </p:spPr>
      </p:pic>
      <p:pic>
        <p:nvPicPr>
          <p:cNvPr id="10" name="Picture 9" descr="Logo&#10;&#10;Description automatically generated">
            <a:extLst>
              <a:ext uri="{FF2B5EF4-FFF2-40B4-BE49-F238E27FC236}">
                <a16:creationId xmlns:a16="http://schemas.microsoft.com/office/drawing/2014/main" id="{98E8959E-5163-BB4B-B79C-CD33E432089A}"/>
              </a:ext>
            </a:extLst>
          </p:cNvPr>
          <p:cNvPicPr>
            <a:picLocks noChangeAspect="1"/>
          </p:cNvPicPr>
          <p:nvPr userDrawn="1"/>
        </p:nvPicPr>
        <p:blipFill>
          <a:blip r:embed="rId2"/>
          <a:stretch>
            <a:fillRect/>
          </a:stretch>
        </p:blipFill>
        <p:spPr>
          <a:xfrm>
            <a:off x="10022774" y="6061492"/>
            <a:ext cx="2093026" cy="670136"/>
          </a:xfrm>
          <a:prstGeom prst="rect">
            <a:avLst/>
          </a:prstGeom>
        </p:spPr>
      </p:pic>
    </p:spTree>
    <p:extLst>
      <p:ext uri="{BB962C8B-B14F-4D97-AF65-F5344CB8AC3E}">
        <p14:creationId xmlns:p14="http://schemas.microsoft.com/office/powerpoint/2010/main" val="3493755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192213"/>
            <a:ext cx="5386917" cy="639763"/>
          </a:xfrm>
        </p:spPr>
        <p:txBody>
          <a:bodyPr anchor="b"/>
          <a:lstStyle>
            <a:lvl1pPr marL="0" indent="0">
              <a:buNone/>
              <a:defRPr sz="28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8700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72" y="1192213"/>
            <a:ext cx="5389033" cy="639763"/>
          </a:xfrm>
        </p:spPr>
        <p:txBody>
          <a:bodyPr anchor="b"/>
          <a:lstStyle>
            <a:lvl1pPr marL="0" indent="0">
              <a:buNone/>
              <a:defRPr sz="28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18700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a:extLst>
              <a:ext uri="{FF2B5EF4-FFF2-40B4-BE49-F238E27FC236}">
                <a16:creationId xmlns:a16="http://schemas.microsoft.com/office/drawing/2014/main" id="{21771162-5F9C-494C-8DC6-05E1CA083F86}"/>
              </a:ext>
            </a:extLst>
          </p:cNvPr>
          <p:cNvSpPr>
            <a:spLocks noGrp="1"/>
          </p:cNvSpPr>
          <p:nvPr>
            <p:ph type="title"/>
          </p:nvPr>
        </p:nvSpPr>
        <p:spPr>
          <a:xfrm>
            <a:off x="609600" y="228600"/>
            <a:ext cx="9956800" cy="762000"/>
          </a:xfrm>
        </p:spPr>
        <p:txBody>
          <a:bodyPr/>
          <a:lstStyle>
            <a:lvl1pPr>
              <a:defRPr sz="3600"/>
            </a:lvl1pPr>
          </a:lstStyle>
          <a:p>
            <a:r>
              <a:rPr lang="en-US"/>
              <a:t>Click to edit Master title style</a:t>
            </a:r>
            <a:endParaRPr lang="en-US" dirty="0"/>
          </a:p>
        </p:txBody>
      </p:sp>
      <p:sp>
        <p:nvSpPr>
          <p:cNvPr id="13" name="Slide Number Placeholder 5">
            <a:extLst>
              <a:ext uri="{FF2B5EF4-FFF2-40B4-BE49-F238E27FC236}">
                <a16:creationId xmlns:a16="http://schemas.microsoft.com/office/drawing/2014/main" id="{6422E4E4-48D2-8240-9AFE-EF64F197B45A}"/>
              </a:ext>
            </a:extLst>
          </p:cNvPr>
          <p:cNvSpPr>
            <a:spLocks noGrp="1"/>
          </p:cNvSpPr>
          <p:nvPr>
            <p:ph type="sldNum" sz="quarter" idx="12"/>
          </p:nvPr>
        </p:nvSpPr>
        <p:spPr>
          <a:xfrm>
            <a:off x="609600" y="6432508"/>
            <a:ext cx="2844800" cy="304800"/>
          </a:xfrm>
          <a:prstGeom prst="rect">
            <a:avLst/>
          </a:prstGeom>
        </p:spPr>
        <p:txBody>
          <a:bodyPr/>
          <a:lstStyle>
            <a:lvl1pPr>
              <a:defRPr sz="1600" smtClean="0">
                <a:solidFill>
                  <a:srgbClr val="003DA5"/>
                </a:solidFill>
                <a:latin typeface="Fira Sans" panose="020B0503050000020004" pitchFamily="34" charset="0"/>
                <a:cs typeface="+mn-cs"/>
              </a:defRPr>
            </a:lvl1pPr>
          </a:lstStyle>
          <a:p>
            <a:fld id="{3AE0FA94-F589-7A4C-890F-3BC5373CCDC8}"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BC0EDE8D-5800-D648-8096-298512054BEC}"/>
              </a:ext>
            </a:extLst>
          </p:cNvPr>
          <p:cNvPicPr>
            <a:picLocks noChangeAspect="1"/>
          </p:cNvPicPr>
          <p:nvPr/>
        </p:nvPicPr>
        <p:blipFill>
          <a:blip r:embed="rId2"/>
          <a:stretch>
            <a:fillRect/>
          </a:stretch>
        </p:blipFill>
        <p:spPr>
          <a:xfrm>
            <a:off x="10022774" y="6061492"/>
            <a:ext cx="2093026" cy="670136"/>
          </a:xfrm>
          <a:prstGeom prst="rect">
            <a:avLst/>
          </a:prstGeom>
        </p:spPr>
      </p:pic>
      <p:pic>
        <p:nvPicPr>
          <p:cNvPr id="9" name="Graphic 8">
            <a:extLst>
              <a:ext uri="{FF2B5EF4-FFF2-40B4-BE49-F238E27FC236}">
                <a16:creationId xmlns:a16="http://schemas.microsoft.com/office/drawing/2014/main" id="{B82C9B66-29A8-A94F-BAD6-11526F966DB0}"/>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9600" y="228600"/>
            <a:ext cx="444904" cy="203531"/>
          </a:xfrm>
          <a:prstGeom prst="rect">
            <a:avLst/>
          </a:prstGeom>
        </p:spPr>
      </p:pic>
      <p:pic>
        <p:nvPicPr>
          <p:cNvPr id="12" name="Picture 11" descr="Logo&#10;&#10;Description automatically generated">
            <a:extLst>
              <a:ext uri="{FF2B5EF4-FFF2-40B4-BE49-F238E27FC236}">
                <a16:creationId xmlns:a16="http://schemas.microsoft.com/office/drawing/2014/main" id="{0A86AFBE-4215-8F49-9A26-191B25C33D21}"/>
              </a:ext>
            </a:extLst>
          </p:cNvPr>
          <p:cNvPicPr>
            <a:picLocks noChangeAspect="1"/>
          </p:cNvPicPr>
          <p:nvPr userDrawn="1"/>
        </p:nvPicPr>
        <p:blipFill>
          <a:blip r:embed="rId2"/>
          <a:stretch>
            <a:fillRect/>
          </a:stretch>
        </p:blipFill>
        <p:spPr>
          <a:xfrm>
            <a:off x="10022774" y="6061492"/>
            <a:ext cx="2093026" cy="670136"/>
          </a:xfrm>
          <a:prstGeom prst="rect">
            <a:avLst/>
          </a:prstGeom>
        </p:spPr>
      </p:pic>
    </p:spTree>
    <p:extLst>
      <p:ext uri="{BB962C8B-B14F-4D97-AF65-F5344CB8AC3E}">
        <p14:creationId xmlns:p14="http://schemas.microsoft.com/office/powerpoint/2010/main" val="3291212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7" name="Slide Number Placeholder 5">
            <a:extLst>
              <a:ext uri="{FF2B5EF4-FFF2-40B4-BE49-F238E27FC236}">
                <a16:creationId xmlns:a16="http://schemas.microsoft.com/office/drawing/2014/main" id="{33BF5934-F18A-2943-9B8D-7B0601A902CA}"/>
              </a:ext>
            </a:extLst>
          </p:cNvPr>
          <p:cNvSpPr>
            <a:spLocks noGrp="1"/>
          </p:cNvSpPr>
          <p:nvPr>
            <p:ph type="sldNum" sz="quarter" idx="12"/>
          </p:nvPr>
        </p:nvSpPr>
        <p:spPr>
          <a:xfrm>
            <a:off x="609600" y="6432508"/>
            <a:ext cx="2844800" cy="304800"/>
          </a:xfrm>
          <a:prstGeom prst="rect">
            <a:avLst/>
          </a:prstGeom>
        </p:spPr>
        <p:txBody>
          <a:bodyPr/>
          <a:lstStyle>
            <a:lvl1pPr>
              <a:defRPr sz="1600" smtClean="0">
                <a:solidFill>
                  <a:srgbClr val="003DA5"/>
                </a:solidFill>
                <a:latin typeface="Fira Sans" panose="020B0503050000020004" pitchFamily="34" charset="0"/>
                <a:cs typeface="+mn-cs"/>
              </a:defRPr>
            </a:lvl1pPr>
          </a:lstStyle>
          <a:p>
            <a:fld id="{3AE0FA94-F589-7A4C-890F-3BC5373CCDC8}" type="slidenum">
              <a:rPr lang="en-US" smtClean="0"/>
              <a:pPr/>
              <a:t>‹#›</a:t>
            </a:fld>
            <a:endParaRPr lang="en-US" dirty="0"/>
          </a:p>
        </p:txBody>
      </p:sp>
      <p:pic>
        <p:nvPicPr>
          <p:cNvPr id="6" name="Picture 5" descr="Logo&#10;&#10;Description automatically generated">
            <a:extLst>
              <a:ext uri="{FF2B5EF4-FFF2-40B4-BE49-F238E27FC236}">
                <a16:creationId xmlns:a16="http://schemas.microsoft.com/office/drawing/2014/main" id="{BC54B69B-5B79-9242-B8FA-FFC86ECA2ADE}"/>
              </a:ext>
            </a:extLst>
          </p:cNvPr>
          <p:cNvPicPr>
            <a:picLocks noChangeAspect="1"/>
          </p:cNvPicPr>
          <p:nvPr/>
        </p:nvPicPr>
        <p:blipFill>
          <a:blip r:embed="rId2"/>
          <a:stretch>
            <a:fillRect/>
          </a:stretch>
        </p:blipFill>
        <p:spPr>
          <a:xfrm>
            <a:off x="10022774" y="6061492"/>
            <a:ext cx="2093026" cy="670136"/>
          </a:xfrm>
          <a:prstGeom prst="rect">
            <a:avLst/>
          </a:prstGeom>
        </p:spPr>
      </p:pic>
      <p:pic>
        <p:nvPicPr>
          <p:cNvPr id="5" name="Graphic 4">
            <a:extLst>
              <a:ext uri="{FF2B5EF4-FFF2-40B4-BE49-F238E27FC236}">
                <a16:creationId xmlns:a16="http://schemas.microsoft.com/office/drawing/2014/main" id="{CFB00B6F-403A-E345-AECF-F9BB35441F10}"/>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9600" y="228600"/>
            <a:ext cx="444904" cy="203531"/>
          </a:xfrm>
          <a:prstGeom prst="rect">
            <a:avLst/>
          </a:prstGeom>
        </p:spPr>
      </p:pic>
      <p:pic>
        <p:nvPicPr>
          <p:cNvPr id="8" name="Picture 7" descr="Logo&#10;&#10;Description automatically generated">
            <a:extLst>
              <a:ext uri="{FF2B5EF4-FFF2-40B4-BE49-F238E27FC236}">
                <a16:creationId xmlns:a16="http://schemas.microsoft.com/office/drawing/2014/main" id="{923C33D8-6256-5A43-92A8-79A7A8007425}"/>
              </a:ext>
            </a:extLst>
          </p:cNvPr>
          <p:cNvPicPr>
            <a:picLocks noChangeAspect="1"/>
          </p:cNvPicPr>
          <p:nvPr userDrawn="1"/>
        </p:nvPicPr>
        <p:blipFill>
          <a:blip r:embed="rId2"/>
          <a:stretch>
            <a:fillRect/>
          </a:stretch>
        </p:blipFill>
        <p:spPr>
          <a:xfrm>
            <a:off x="10022774" y="6061492"/>
            <a:ext cx="2093026" cy="670136"/>
          </a:xfrm>
          <a:prstGeom prst="rect">
            <a:avLst/>
          </a:prstGeom>
        </p:spPr>
      </p:pic>
    </p:spTree>
    <p:extLst>
      <p:ext uri="{BB962C8B-B14F-4D97-AF65-F5344CB8AC3E}">
        <p14:creationId xmlns:p14="http://schemas.microsoft.com/office/powerpoint/2010/main" val="741332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385E1391-218C-6640-BDF0-ABBD172B6B6E}"/>
              </a:ext>
            </a:extLst>
          </p:cNvPr>
          <p:cNvSpPr>
            <a:spLocks noGrp="1"/>
          </p:cNvSpPr>
          <p:nvPr>
            <p:ph type="sldNum" sz="quarter" idx="12"/>
          </p:nvPr>
        </p:nvSpPr>
        <p:spPr>
          <a:xfrm>
            <a:off x="609600" y="6432508"/>
            <a:ext cx="2844800" cy="304800"/>
          </a:xfrm>
          <a:prstGeom prst="rect">
            <a:avLst/>
          </a:prstGeom>
        </p:spPr>
        <p:txBody>
          <a:bodyPr/>
          <a:lstStyle>
            <a:lvl1pPr>
              <a:defRPr sz="1600" smtClean="0">
                <a:solidFill>
                  <a:srgbClr val="003DA5"/>
                </a:solidFill>
                <a:latin typeface="Fira Sans" panose="020B0503050000020004" pitchFamily="34" charset="0"/>
                <a:cs typeface="+mn-cs"/>
              </a:defRPr>
            </a:lvl1pPr>
          </a:lstStyle>
          <a:p>
            <a:fld id="{3AE0FA94-F589-7A4C-890F-3BC5373CCDC8}" type="slidenum">
              <a:rPr lang="en-US" smtClean="0"/>
              <a:pPr/>
              <a:t>‹#›</a:t>
            </a:fld>
            <a:endParaRPr lang="en-US" dirty="0"/>
          </a:p>
        </p:txBody>
      </p:sp>
      <p:pic>
        <p:nvPicPr>
          <p:cNvPr id="4" name="Picture 3" descr="Logo&#10;&#10;Description automatically generated">
            <a:extLst>
              <a:ext uri="{FF2B5EF4-FFF2-40B4-BE49-F238E27FC236}">
                <a16:creationId xmlns:a16="http://schemas.microsoft.com/office/drawing/2014/main" id="{43EB769A-6051-E14F-AE16-23B90BAAF05C}"/>
              </a:ext>
            </a:extLst>
          </p:cNvPr>
          <p:cNvPicPr>
            <a:picLocks noChangeAspect="1"/>
          </p:cNvPicPr>
          <p:nvPr/>
        </p:nvPicPr>
        <p:blipFill>
          <a:blip r:embed="rId2"/>
          <a:stretch>
            <a:fillRect/>
          </a:stretch>
        </p:blipFill>
        <p:spPr>
          <a:xfrm>
            <a:off x="10022774" y="6061492"/>
            <a:ext cx="2093026" cy="670136"/>
          </a:xfrm>
          <a:prstGeom prst="rect">
            <a:avLst/>
          </a:prstGeom>
        </p:spPr>
      </p:pic>
      <p:pic>
        <p:nvPicPr>
          <p:cNvPr id="5" name="Picture 4" descr="Logo&#10;&#10;Description automatically generated">
            <a:extLst>
              <a:ext uri="{FF2B5EF4-FFF2-40B4-BE49-F238E27FC236}">
                <a16:creationId xmlns:a16="http://schemas.microsoft.com/office/drawing/2014/main" id="{025ACA31-3AD1-5948-A70A-224C116CE2A9}"/>
              </a:ext>
            </a:extLst>
          </p:cNvPr>
          <p:cNvPicPr>
            <a:picLocks noChangeAspect="1"/>
          </p:cNvPicPr>
          <p:nvPr userDrawn="1"/>
        </p:nvPicPr>
        <p:blipFill>
          <a:blip r:embed="rId2"/>
          <a:stretch>
            <a:fillRect/>
          </a:stretch>
        </p:blipFill>
        <p:spPr>
          <a:xfrm>
            <a:off x="10022774" y="6061492"/>
            <a:ext cx="2093026" cy="670136"/>
          </a:xfrm>
          <a:prstGeom prst="rect">
            <a:avLst/>
          </a:prstGeom>
        </p:spPr>
      </p:pic>
    </p:spTree>
    <p:extLst>
      <p:ext uri="{BB962C8B-B14F-4D97-AF65-F5344CB8AC3E}">
        <p14:creationId xmlns:p14="http://schemas.microsoft.com/office/powerpoint/2010/main" val="1121127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lstStyle>
            <a:lvl1pPr algn="l">
              <a:defRPr sz="2400" b="1"/>
            </a:lvl1pPr>
          </a:lstStyle>
          <a:p>
            <a:r>
              <a:rPr lang="en-US"/>
              <a:t>Click to edit Master title style</a:t>
            </a:r>
            <a:endParaRPr lang="en-US" dirty="0"/>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5" y="1435103"/>
            <a:ext cx="4011084" cy="4691063"/>
          </a:xfrm>
        </p:spPr>
        <p:txBody>
          <a:bodyPr/>
          <a:lstStyle>
            <a:lvl1pPr marL="0" indent="0">
              <a:buNone/>
              <a:defRPr sz="20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10" name="Slide Number Placeholder 5">
            <a:extLst>
              <a:ext uri="{FF2B5EF4-FFF2-40B4-BE49-F238E27FC236}">
                <a16:creationId xmlns:a16="http://schemas.microsoft.com/office/drawing/2014/main" id="{3FEFD13A-2C10-3146-8F54-DA0829A59AD6}"/>
              </a:ext>
            </a:extLst>
          </p:cNvPr>
          <p:cNvSpPr>
            <a:spLocks noGrp="1"/>
          </p:cNvSpPr>
          <p:nvPr>
            <p:ph type="sldNum" sz="quarter" idx="12"/>
          </p:nvPr>
        </p:nvSpPr>
        <p:spPr>
          <a:xfrm>
            <a:off x="609600" y="6432508"/>
            <a:ext cx="2844800" cy="304800"/>
          </a:xfrm>
          <a:prstGeom prst="rect">
            <a:avLst/>
          </a:prstGeom>
        </p:spPr>
        <p:txBody>
          <a:bodyPr/>
          <a:lstStyle>
            <a:lvl1pPr>
              <a:defRPr sz="1600" smtClean="0">
                <a:solidFill>
                  <a:srgbClr val="003DA5"/>
                </a:solidFill>
                <a:latin typeface="Fira Sans" panose="020B0503050000020004" pitchFamily="34" charset="0"/>
                <a:cs typeface="+mn-cs"/>
              </a:defRPr>
            </a:lvl1pPr>
          </a:lstStyle>
          <a:p>
            <a:fld id="{3AE0FA94-F589-7A4C-890F-3BC5373CCDC8}" type="slidenum">
              <a:rPr lang="en-US" smtClean="0"/>
              <a:pPr/>
              <a:t>‹#›</a:t>
            </a:fld>
            <a:endParaRPr lang="en-US" dirty="0"/>
          </a:p>
        </p:txBody>
      </p:sp>
      <p:pic>
        <p:nvPicPr>
          <p:cNvPr id="8" name="Picture 7" descr="Logo&#10;&#10;Description automatically generated">
            <a:extLst>
              <a:ext uri="{FF2B5EF4-FFF2-40B4-BE49-F238E27FC236}">
                <a16:creationId xmlns:a16="http://schemas.microsoft.com/office/drawing/2014/main" id="{39130737-1991-DB47-80C9-48B5F7AC1619}"/>
              </a:ext>
            </a:extLst>
          </p:cNvPr>
          <p:cNvPicPr>
            <a:picLocks noChangeAspect="1"/>
          </p:cNvPicPr>
          <p:nvPr/>
        </p:nvPicPr>
        <p:blipFill>
          <a:blip r:embed="rId2"/>
          <a:stretch>
            <a:fillRect/>
          </a:stretch>
        </p:blipFill>
        <p:spPr>
          <a:xfrm>
            <a:off x="10022774" y="6061492"/>
            <a:ext cx="2093026" cy="670136"/>
          </a:xfrm>
          <a:prstGeom prst="rect">
            <a:avLst/>
          </a:prstGeom>
        </p:spPr>
      </p:pic>
      <p:pic>
        <p:nvPicPr>
          <p:cNvPr id="7" name="Graphic 6">
            <a:extLst>
              <a:ext uri="{FF2B5EF4-FFF2-40B4-BE49-F238E27FC236}">
                <a16:creationId xmlns:a16="http://schemas.microsoft.com/office/drawing/2014/main" id="{F62B9555-DC3E-CA4E-B8DA-E325F0D8E90E}"/>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9600" y="228600"/>
            <a:ext cx="444904" cy="203531"/>
          </a:xfrm>
          <a:prstGeom prst="rect">
            <a:avLst/>
          </a:prstGeom>
        </p:spPr>
      </p:pic>
      <p:pic>
        <p:nvPicPr>
          <p:cNvPr id="9" name="Picture 8" descr="Logo&#10;&#10;Description automatically generated">
            <a:extLst>
              <a:ext uri="{FF2B5EF4-FFF2-40B4-BE49-F238E27FC236}">
                <a16:creationId xmlns:a16="http://schemas.microsoft.com/office/drawing/2014/main" id="{2D7AB0BD-51D7-A248-8EE6-79CCB7F48014}"/>
              </a:ext>
            </a:extLst>
          </p:cNvPr>
          <p:cNvPicPr>
            <a:picLocks noChangeAspect="1"/>
          </p:cNvPicPr>
          <p:nvPr userDrawn="1"/>
        </p:nvPicPr>
        <p:blipFill>
          <a:blip r:embed="rId2"/>
          <a:stretch>
            <a:fillRect/>
          </a:stretch>
        </p:blipFill>
        <p:spPr>
          <a:xfrm>
            <a:off x="10022774" y="6061492"/>
            <a:ext cx="2093026" cy="670136"/>
          </a:xfrm>
          <a:prstGeom prst="rect">
            <a:avLst/>
          </a:prstGeom>
        </p:spPr>
      </p:pic>
    </p:spTree>
    <p:extLst>
      <p:ext uri="{BB962C8B-B14F-4D97-AF65-F5344CB8AC3E}">
        <p14:creationId xmlns:p14="http://schemas.microsoft.com/office/powerpoint/2010/main" val="3168191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10" name="Slide Number Placeholder 5">
            <a:extLst>
              <a:ext uri="{FF2B5EF4-FFF2-40B4-BE49-F238E27FC236}">
                <a16:creationId xmlns:a16="http://schemas.microsoft.com/office/drawing/2014/main" id="{22508105-4A3D-FF40-B04A-EF5DFBC3C0F2}"/>
              </a:ext>
            </a:extLst>
          </p:cNvPr>
          <p:cNvSpPr>
            <a:spLocks noGrp="1"/>
          </p:cNvSpPr>
          <p:nvPr>
            <p:ph type="sldNum" sz="quarter" idx="12"/>
          </p:nvPr>
        </p:nvSpPr>
        <p:spPr>
          <a:xfrm>
            <a:off x="609600" y="6432508"/>
            <a:ext cx="2844800" cy="304800"/>
          </a:xfrm>
          <a:prstGeom prst="rect">
            <a:avLst/>
          </a:prstGeom>
        </p:spPr>
        <p:txBody>
          <a:bodyPr/>
          <a:lstStyle>
            <a:lvl1pPr>
              <a:defRPr sz="1600" smtClean="0">
                <a:solidFill>
                  <a:srgbClr val="003DA5"/>
                </a:solidFill>
                <a:latin typeface="Fira Sans" panose="020B0503050000020004" pitchFamily="34" charset="0"/>
                <a:cs typeface="+mn-cs"/>
              </a:defRPr>
            </a:lvl1pPr>
          </a:lstStyle>
          <a:p>
            <a:fld id="{3AE0FA94-F589-7A4C-890F-3BC5373CCDC8}" type="slidenum">
              <a:rPr lang="en-US" smtClean="0"/>
              <a:pPr/>
              <a:t>‹#›</a:t>
            </a:fld>
            <a:endParaRPr lang="en-US" dirty="0"/>
          </a:p>
        </p:txBody>
      </p:sp>
      <p:pic>
        <p:nvPicPr>
          <p:cNvPr id="8" name="Picture 7" descr="Logo&#10;&#10;Description automatically generated">
            <a:extLst>
              <a:ext uri="{FF2B5EF4-FFF2-40B4-BE49-F238E27FC236}">
                <a16:creationId xmlns:a16="http://schemas.microsoft.com/office/drawing/2014/main" id="{AFCDE19C-40A5-3E42-B232-9B1AE9E6B4FE}"/>
              </a:ext>
            </a:extLst>
          </p:cNvPr>
          <p:cNvPicPr>
            <a:picLocks noChangeAspect="1"/>
          </p:cNvPicPr>
          <p:nvPr/>
        </p:nvPicPr>
        <p:blipFill>
          <a:blip r:embed="rId2"/>
          <a:stretch>
            <a:fillRect/>
          </a:stretch>
        </p:blipFill>
        <p:spPr>
          <a:xfrm>
            <a:off x="10022774" y="6061492"/>
            <a:ext cx="2093026" cy="670136"/>
          </a:xfrm>
          <a:prstGeom prst="rect">
            <a:avLst/>
          </a:prstGeom>
        </p:spPr>
      </p:pic>
      <p:pic>
        <p:nvPicPr>
          <p:cNvPr id="7" name="Graphic 6">
            <a:extLst>
              <a:ext uri="{FF2B5EF4-FFF2-40B4-BE49-F238E27FC236}">
                <a16:creationId xmlns:a16="http://schemas.microsoft.com/office/drawing/2014/main" id="{6510FDCA-6794-7E49-B87C-C9394B9C643E}"/>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89717" y="4800601"/>
            <a:ext cx="444904" cy="203531"/>
          </a:xfrm>
          <a:prstGeom prst="rect">
            <a:avLst/>
          </a:prstGeom>
        </p:spPr>
      </p:pic>
      <p:pic>
        <p:nvPicPr>
          <p:cNvPr id="9" name="Picture 8" descr="Logo&#10;&#10;Description automatically generated">
            <a:extLst>
              <a:ext uri="{FF2B5EF4-FFF2-40B4-BE49-F238E27FC236}">
                <a16:creationId xmlns:a16="http://schemas.microsoft.com/office/drawing/2014/main" id="{7651B7A5-C182-4344-9D90-581C480E943A}"/>
              </a:ext>
            </a:extLst>
          </p:cNvPr>
          <p:cNvPicPr>
            <a:picLocks noChangeAspect="1"/>
          </p:cNvPicPr>
          <p:nvPr userDrawn="1"/>
        </p:nvPicPr>
        <p:blipFill>
          <a:blip r:embed="rId2"/>
          <a:stretch>
            <a:fillRect/>
          </a:stretch>
        </p:blipFill>
        <p:spPr>
          <a:xfrm>
            <a:off x="10022774" y="6061492"/>
            <a:ext cx="2093026" cy="670136"/>
          </a:xfrm>
          <a:prstGeom prst="rect">
            <a:avLst/>
          </a:prstGeom>
        </p:spPr>
      </p:pic>
    </p:spTree>
    <p:extLst>
      <p:ext uri="{BB962C8B-B14F-4D97-AF65-F5344CB8AC3E}">
        <p14:creationId xmlns:p14="http://schemas.microsoft.com/office/powerpoint/2010/main" val="2091753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5">
            <a:extLst>
              <a:ext uri="{FF2B5EF4-FFF2-40B4-BE49-F238E27FC236}">
                <a16:creationId xmlns:a16="http://schemas.microsoft.com/office/drawing/2014/main" id="{010C7343-6EE1-B64D-93B3-0462E0E26F8C}"/>
              </a:ext>
            </a:extLst>
          </p:cNvPr>
          <p:cNvSpPr>
            <a:spLocks noGrp="1"/>
          </p:cNvSpPr>
          <p:nvPr>
            <p:ph type="sldNum" sz="quarter" idx="12"/>
          </p:nvPr>
        </p:nvSpPr>
        <p:spPr>
          <a:xfrm>
            <a:off x="609600" y="6432508"/>
            <a:ext cx="2844800" cy="304800"/>
          </a:xfrm>
          <a:prstGeom prst="rect">
            <a:avLst/>
          </a:prstGeom>
        </p:spPr>
        <p:txBody>
          <a:bodyPr/>
          <a:lstStyle>
            <a:lvl1pPr>
              <a:defRPr sz="1600" smtClean="0">
                <a:solidFill>
                  <a:srgbClr val="003DA5"/>
                </a:solidFill>
                <a:latin typeface="Fira Sans" panose="020B0503050000020004" pitchFamily="34" charset="0"/>
                <a:cs typeface="+mn-cs"/>
              </a:defRPr>
            </a:lvl1pPr>
          </a:lstStyle>
          <a:p>
            <a:fld id="{3AE0FA94-F589-7A4C-890F-3BC5373CCDC8}" type="slidenum">
              <a:rPr lang="en-US" smtClean="0"/>
              <a:pPr/>
              <a:t>‹#›</a:t>
            </a:fld>
            <a:endParaRPr lang="en-US" dirty="0"/>
          </a:p>
        </p:txBody>
      </p:sp>
      <p:pic>
        <p:nvPicPr>
          <p:cNvPr id="7" name="Picture 6" descr="Logo&#10;&#10;Description automatically generated">
            <a:extLst>
              <a:ext uri="{FF2B5EF4-FFF2-40B4-BE49-F238E27FC236}">
                <a16:creationId xmlns:a16="http://schemas.microsoft.com/office/drawing/2014/main" id="{812FC39F-0630-9C42-9DF1-98A0E9788144}"/>
              </a:ext>
            </a:extLst>
          </p:cNvPr>
          <p:cNvPicPr>
            <a:picLocks noChangeAspect="1"/>
          </p:cNvPicPr>
          <p:nvPr/>
        </p:nvPicPr>
        <p:blipFill>
          <a:blip r:embed="rId2"/>
          <a:stretch>
            <a:fillRect/>
          </a:stretch>
        </p:blipFill>
        <p:spPr>
          <a:xfrm>
            <a:off x="10022774" y="6061492"/>
            <a:ext cx="2093026" cy="670136"/>
          </a:xfrm>
          <a:prstGeom prst="rect">
            <a:avLst/>
          </a:prstGeom>
        </p:spPr>
      </p:pic>
      <p:pic>
        <p:nvPicPr>
          <p:cNvPr id="6" name="Graphic 5">
            <a:extLst>
              <a:ext uri="{FF2B5EF4-FFF2-40B4-BE49-F238E27FC236}">
                <a16:creationId xmlns:a16="http://schemas.microsoft.com/office/drawing/2014/main" id="{3376DDFE-AC87-8345-BC00-F211A3E23B1F}"/>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9600" y="228600"/>
            <a:ext cx="444904" cy="203531"/>
          </a:xfrm>
          <a:prstGeom prst="rect">
            <a:avLst/>
          </a:prstGeom>
        </p:spPr>
      </p:pic>
      <p:pic>
        <p:nvPicPr>
          <p:cNvPr id="8" name="Picture 7" descr="Logo&#10;&#10;Description automatically generated">
            <a:extLst>
              <a:ext uri="{FF2B5EF4-FFF2-40B4-BE49-F238E27FC236}">
                <a16:creationId xmlns:a16="http://schemas.microsoft.com/office/drawing/2014/main" id="{6050A4A3-BD87-C740-9023-11B3D9335B86}"/>
              </a:ext>
            </a:extLst>
          </p:cNvPr>
          <p:cNvPicPr>
            <a:picLocks noChangeAspect="1"/>
          </p:cNvPicPr>
          <p:nvPr userDrawn="1"/>
        </p:nvPicPr>
        <p:blipFill>
          <a:blip r:embed="rId2"/>
          <a:stretch>
            <a:fillRect/>
          </a:stretch>
        </p:blipFill>
        <p:spPr>
          <a:xfrm>
            <a:off x="10022774" y="6061492"/>
            <a:ext cx="2093026" cy="670136"/>
          </a:xfrm>
          <a:prstGeom prst="rect">
            <a:avLst/>
          </a:prstGeom>
        </p:spPr>
      </p:pic>
    </p:spTree>
    <p:extLst>
      <p:ext uri="{BB962C8B-B14F-4D97-AF65-F5344CB8AC3E}">
        <p14:creationId xmlns:p14="http://schemas.microsoft.com/office/powerpoint/2010/main" val="685342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28600"/>
            <a:ext cx="2743200" cy="6019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28600"/>
            <a:ext cx="80264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5">
            <a:extLst>
              <a:ext uri="{FF2B5EF4-FFF2-40B4-BE49-F238E27FC236}">
                <a16:creationId xmlns:a16="http://schemas.microsoft.com/office/drawing/2014/main" id="{B43FF3A4-0740-C748-955A-F47EEF8D2FDD}"/>
              </a:ext>
            </a:extLst>
          </p:cNvPr>
          <p:cNvSpPr>
            <a:spLocks noGrp="1"/>
          </p:cNvSpPr>
          <p:nvPr>
            <p:ph type="sldNum" sz="quarter" idx="12"/>
          </p:nvPr>
        </p:nvSpPr>
        <p:spPr>
          <a:xfrm>
            <a:off x="609600" y="6432508"/>
            <a:ext cx="2844800" cy="304800"/>
          </a:xfrm>
          <a:prstGeom prst="rect">
            <a:avLst/>
          </a:prstGeom>
        </p:spPr>
        <p:txBody>
          <a:bodyPr/>
          <a:lstStyle>
            <a:lvl1pPr>
              <a:defRPr sz="1600" smtClean="0">
                <a:solidFill>
                  <a:srgbClr val="003DA5"/>
                </a:solidFill>
                <a:latin typeface="Fira Sans" panose="020B0503050000020004" pitchFamily="34" charset="0"/>
                <a:cs typeface="+mn-cs"/>
              </a:defRPr>
            </a:lvl1pPr>
          </a:lstStyle>
          <a:p>
            <a:fld id="{4782F0AB-1D23-2A46-8C7F-950CD4EE041A}" type="slidenum">
              <a:rPr lang="en-US" smtClean="0"/>
              <a:t>‹#›</a:t>
            </a:fld>
            <a:endParaRPr lang="en-US"/>
          </a:p>
        </p:txBody>
      </p:sp>
      <p:pic>
        <p:nvPicPr>
          <p:cNvPr id="7" name="Picture 6" descr="Logo&#10;&#10;Description automatically generated">
            <a:extLst>
              <a:ext uri="{FF2B5EF4-FFF2-40B4-BE49-F238E27FC236}">
                <a16:creationId xmlns:a16="http://schemas.microsoft.com/office/drawing/2014/main" id="{E8217E2C-BB09-8348-9856-72EAA3DD4A18}"/>
              </a:ext>
            </a:extLst>
          </p:cNvPr>
          <p:cNvPicPr>
            <a:picLocks noChangeAspect="1"/>
          </p:cNvPicPr>
          <p:nvPr/>
        </p:nvPicPr>
        <p:blipFill>
          <a:blip r:embed="rId2"/>
          <a:stretch>
            <a:fillRect/>
          </a:stretch>
        </p:blipFill>
        <p:spPr>
          <a:xfrm>
            <a:off x="10022774" y="6061492"/>
            <a:ext cx="2093026" cy="670136"/>
          </a:xfrm>
          <a:prstGeom prst="rect">
            <a:avLst/>
          </a:prstGeom>
        </p:spPr>
      </p:pic>
      <p:pic>
        <p:nvPicPr>
          <p:cNvPr id="6" name="Graphic 5">
            <a:extLst>
              <a:ext uri="{FF2B5EF4-FFF2-40B4-BE49-F238E27FC236}">
                <a16:creationId xmlns:a16="http://schemas.microsoft.com/office/drawing/2014/main" id="{82652849-8205-2243-9093-3A3EED9451DC}"/>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rot="5400000">
            <a:off x="11258183" y="354366"/>
            <a:ext cx="444904" cy="203531"/>
          </a:xfrm>
          <a:prstGeom prst="rect">
            <a:avLst/>
          </a:prstGeom>
        </p:spPr>
      </p:pic>
      <p:pic>
        <p:nvPicPr>
          <p:cNvPr id="8" name="Picture 7" descr="Logo&#10;&#10;Description automatically generated">
            <a:extLst>
              <a:ext uri="{FF2B5EF4-FFF2-40B4-BE49-F238E27FC236}">
                <a16:creationId xmlns:a16="http://schemas.microsoft.com/office/drawing/2014/main" id="{3BF0CD2E-2F13-9F4A-94F6-FD1C7EBAE206}"/>
              </a:ext>
            </a:extLst>
          </p:cNvPr>
          <p:cNvPicPr>
            <a:picLocks noChangeAspect="1"/>
          </p:cNvPicPr>
          <p:nvPr userDrawn="1"/>
        </p:nvPicPr>
        <p:blipFill>
          <a:blip r:embed="rId2"/>
          <a:stretch>
            <a:fillRect/>
          </a:stretch>
        </p:blipFill>
        <p:spPr>
          <a:xfrm>
            <a:off x="10022774" y="6061492"/>
            <a:ext cx="2093026" cy="670136"/>
          </a:xfrm>
          <a:prstGeom prst="rect">
            <a:avLst/>
          </a:prstGeom>
        </p:spPr>
      </p:pic>
    </p:spTree>
    <p:extLst>
      <p:ext uri="{BB962C8B-B14F-4D97-AF65-F5344CB8AC3E}">
        <p14:creationId xmlns:p14="http://schemas.microsoft.com/office/powerpoint/2010/main" val="1066097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5DCF340E-B59E-284F-B83C-2293944C2B98}"/>
              </a:ext>
            </a:extLst>
          </p:cNvPr>
          <p:cNvSpPr>
            <a:spLocks noGrp="1"/>
          </p:cNvSpPr>
          <p:nvPr>
            <p:ph type="sldNum" sz="quarter" idx="12"/>
          </p:nvPr>
        </p:nvSpPr>
        <p:spPr>
          <a:xfrm>
            <a:off x="609600" y="6432508"/>
            <a:ext cx="2844800" cy="304800"/>
          </a:xfrm>
          <a:prstGeom prst="rect">
            <a:avLst/>
          </a:prstGeom>
        </p:spPr>
        <p:txBody>
          <a:bodyPr/>
          <a:lstStyle>
            <a:lvl1pPr>
              <a:defRPr sz="1600" smtClean="0">
                <a:solidFill>
                  <a:srgbClr val="003DA5"/>
                </a:solidFill>
                <a:latin typeface="Fira Sans" panose="020B0503050000020004" pitchFamily="34" charset="0"/>
                <a:cs typeface="+mn-cs"/>
              </a:defRPr>
            </a:lvl1pPr>
          </a:lstStyle>
          <a:p>
            <a:fld id="{3AE0FA94-F589-7A4C-890F-3BC5373CCDC8}" type="slidenum">
              <a:rPr lang="en-US" smtClean="0"/>
              <a:pPr/>
              <a:t>‹#›</a:t>
            </a:fld>
            <a:endParaRPr lang="en-US" dirty="0"/>
          </a:p>
        </p:txBody>
      </p:sp>
    </p:spTree>
    <p:extLst>
      <p:ext uri="{BB962C8B-B14F-4D97-AF65-F5344CB8AC3E}">
        <p14:creationId xmlns:p14="http://schemas.microsoft.com/office/powerpoint/2010/main" val="2951805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9" name="Rectangle 3"/>
          <p:cNvSpPr>
            <a:spLocks noGrp="1" noChangeArrowheads="1"/>
          </p:cNvSpPr>
          <p:nvPr>
            <p:ph type="title"/>
          </p:nvPr>
        </p:nvSpPr>
        <p:spPr bwMode="auto">
          <a:xfrm>
            <a:off x="609600" y="228600"/>
            <a:ext cx="9956800" cy="762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p>
            <a:pPr lvl="0"/>
            <a:r>
              <a:rPr lang="en-US"/>
              <a:t>Click to edit Master title style</a:t>
            </a:r>
            <a:endParaRPr lang="en-US" dirty="0"/>
          </a:p>
        </p:txBody>
      </p:sp>
      <p:sp>
        <p:nvSpPr>
          <p:cNvPr id="4100" name="Rectangle 4"/>
          <p:cNvSpPr>
            <a:spLocks noGrp="1" noChangeArrowheads="1"/>
          </p:cNvSpPr>
          <p:nvPr>
            <p:ph type="body" idx="1"/>
          </p:nvPr>
        </p:nvSpPr>
        <p:spPr bwMode="auto">
          <a:xfrm>
            <a:off x="609600" y="1143000"/>
            <a:ext cx="10972800" cy="5105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0288474"/>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rtl="0" eaLnBrk="1" fontAlgn="base" hangingPunct="1">
        <a:spcBef>
          <a:spcPct val="0"/>
        </a:spcBef>
        <a:spcAft>
          <a:spcPct val="0"/>
        </a:spcAft>
        <a:defRPr sz="3900" b="1">
          <a:solidFill>
            <a:srgbClr val="003DA5"/>
          </a:solidFill>
          <a:latin typeface="Fira Sans" panose="020B0503050000020004" pitchFamily="34" charset="0"/>
          <a:ea typeface="+mj-ea"/>
          <a:cs typeface="Fira Sans" panose="020B0503050000020004" pitchFamily="34" charset="0"/>
        </a:defRPr>
      </a:lvl1pPr>
      <a:lvl2pPr algn="l" rtl="0" eaLnBrk="1" fontAlgn="base" hangingPunct="1">
        <a:spcBef>
          <a:spcPct val="0"/>
        </a:spcBef>
        <a:spcAft>
          <a:spcPct val="0"/>
        </a:spcAft>
        <a:defRPr sz="3900" b="1">
          <a:solidFill>
            <a:srgbClr val="0F5494"/>
          </a:solidFill>
          <a:latin typeface="Arial" charset="0"/>
          <a:ea typeface="ＭＳ Ｐゴシック" charset="0"/>
          <a:cs typeface="ＭＳ Ｐゴシック" charset="0"/>
        </a:defRPr>
      </a:lvl2pPr>
      <a:lvl3pPr algn="l" rtl="0" eaLnBrk="1" fontAlgn="base" hangingPunct="1">
        <a:spcBef>
          <a:spcPct val="0"/>
        </a:spcBef>
        <a:spcAft>
          <a:spcPct val="0"/>
        </a:spcAft>
        <a:defRPr sz="3900" b="1">
          <a:solidFill>
            <a:srgbClr val="0F5494"/>
          </a:solidFill>
          <a:latin typeface="Arial" charset="0"/>
          <a:ea typeface="ＭＳ Ｐゴシック" charset="0"/>
          <a:cs typeface="ＭＳ Ｐゴシック" charset="0"/>
        </a:defRPr>
      </a:lvl3pPr>
      <a:lvl4pPr algn="l" rtl="0" eaLnBrk="1" fontAlgn="base" hangingPunct="1">
        <a:spcBef>
          <a:spcPct val="0"/>
        </a:spcBef>
        <a:spcAft>
          <a:spcPct val="0"/>
        </a:spcAft>
        <a:defRPr sz="3900" b="1">
          <a:solidFill>
            <a:srgbClr val="0F5494"/>
          </a:solidFill>
          <a:latin typeface="Arial" charset="0"/>
          <a:ea typeface="ＭＳ Ｐゴシック" charset="0"/>
          <a:cs typeface="ＭＳ Ｐゴシック" charset="0"/>
        </a:defRPr>
      </a:lvl4pPr>
      <a:lvl5pPr algn="l" rtl="0" eaLnBrk="1" fontAlgn="base" hangingPunct="1">
        <a:spcBef>
          <a:spcPct val="0"/>
        </a:spcBef>
        <a:spcAft>
          <a:spcPct val="0"/>
        </a:spcAft>
        <a:defRPr sz="3900" b="1">
          <a:solidFill>
            <a:srgbClr val="0F5494"/>
          </a:solidFill>
          <a:latin typeface="Arial" charset="0"/>
          <a:ea typeface="ＭＳ Ｐゴシック" charset="0"/>
          <a:cs typeface="ＭＳ Ｐゴシック" charset="0"/>
        </a:defRPr>
      </a:lvl5pPr>
      <a:lvl6pPr marL="457189" algn="l" rtl="0" eaLnBrk="1" fontAlgn="base" hangingPunct="1">
        <a:spcBef>
          <a:spcPct val="0"/>
        </a:spcBef>
        <a:spcAft>
          <a:spcPct val="0"/>
        </a:spcAft>
        <a:defRPr sz="3900" b="1">
          <a:solidFill>
            <a:schemeClr val="tx1"/>
          </a:solidFill>
          <a:latin typeface="Arial" charset="0"/>
          <a:ea typeface="ＭＳ Ｐゴシック" charset="0"/>
        </a:defRPr>
      </a:lvl6pPr>
      <a:lvl7pPr marL="914377" algn="l" rtl="0" eaLnBrk="1" fontAlgn="base" hangingPunct="1">
        <a:spcBef>
          <a:spcPct val="0"/>
        </a:spcBef>
        <a:spcAft>
          <a:spcPct val="0"/>
        </a:spcAft>
        <a:defRPr sz="3900" b="1">
          <a:solidFill>
            <a:schemeClr val="tx1"/>
          </a:solidFill>
          <a:latin typeface="Arial" charset="0"/>
          <a:ea typeface="ＭＳ Ｐゴシック" charset="0"/>
        </a:defRPr>
      </a:lvl7pPr>
      <a:lvl8pPr marL="1371566" algn="l" rtl="0" eaLnBrk="1" fontAlgn="base" hangingPunct="1">
        <a:spcBef>
          <a:spcPct val="0"/>
        </a:spcBef>
        <a:spcAft>
          <a:spcPct val="0"/>
        </a:spcAft>
        <a:defRPr sz="3900" b="1">
          <a:solidFill>
            <a:schemeClr val="tx1"/>
          </a:solidFill>
          <a:latin typeface="Arial" charset="0"/>
          <a:ea typeface="ＭＳ Ｐゴシック" charset="0"/>
        </a:defRPr>
      </a:lvl8pPr>
      <a:lvl9pPr marL="1828754" algn="l" rtl="0" eaLnBrk="1" fontAlgn="base" hangingPunct="1">
        <a:spcBef>
          <a:spcPct val="0"/>
        </a:spcBef>
        <a:spcAft>
          <a:spcPct val="0"/>
        </a:spcAft>
        <a:defRPr sz="3900" b="1">
          <a:solidFill>
            <a:schemeClr val="tx1"/>
          </a:solidFill>
          <a:latin typeface="Arial" charset="0"/>
          <a:ea typeface="ＭＳ Ｐゴシック" charset="0"/>
        </a:defRPr>
      </a:lvl9pPr>
    </p:titleStyle>
    <p:bodyStyle>
      <a:lvl1pPr marL="342891" indent="-342891" algn="l" rtl="0" eaLnBrk="1" fontAlgn="base" hangingPunct="1">
        <a:spcBef>
          <a:spcPct val="20000"/>
        </a:spcBef>
        <a:spcAft>
          <a:spcPct val="0"/>
        </a:spcAft>
        <a:buClr>
          <a:srgbClr val="003DA5"/>
        </a:buClr>
        <a:buSzPct val="100000"/>
        <a:buFont typeface="Arial" panose="020B0604020202020204" pitchFamily="34" charset="0"/>
        <a:buChar char="•"/>
        <a:defRPr sz="3000">
          <a:solidFill>
            <a:schemeClr val="tx1"/>
          </a:solidFill>
          <a:latin typeface="Fira Sans" panose="020B0503050000020004" pitchFamily="34" charset="0"/>
          <a:ea typeface="+mn-ea"/>
          <a:cs typeface="Fira Sans" panose="020B0503050000020004" pitchFamily="34" charset="0"/>
        </a:defRPr>
      </a:lvl1pPr>
      <a:lvl2pPr marL="692133" indent="-347654" algn="l" rtl="0" eaLnBrk="1" fontAlgn="base" hangingPunct="1">
        <a:spcBef>
          <a:spcPct val="20000"/>
        </a:spcBef>
        <a:spcAft>
          <a:spcPct val="0"/>
        </a:spcAft>
        <a:buClr>
          <a:srgbClr val="FFB81D"/>
        </a:buClr>
        <a:buSzPct val="100000"/>
        <a:buFont typeface="Courier New" panose="02070309020205020404" pitchFamily="49" charset="0"/>
        <a:buChar char="o"/>
        <a:defRPr sz="2600">
          <a:solidFill>
            <a:schemeClr val="tx1"/>
          </a:solidFill>
          <a:latin typeface="Fira Sans" panose="020B0503050000020004" pitchFamily="34" charset="0"/>
          <a:ea typeface="+mn-ea"/>
        </a:defRPr>
      </a:lvl2pPr>
      <a:lvl3pPr marL="987401" indent="-293681" algn="l" rtl="0" eaLnBrk="1" fontAlgn="base" hangingPunct="1">
        <a:spcBef>
          <a:spcPct val="20000"/>
        </a:spcBef>
        <a:spcAft>
          <a:spcPct val="0"/>
        </a:spcAft>
        <a:buClr>
          <a:schemeClr val="bg1">
            <a:lumMod val="50000"/>
          </a:schemeClr>
        </a:buClr>
        <a:buSzPct val="100000"/>
        <a:buFont typeface="Wingdings" pitchFamily="2" charset="2"/>
        <a:buChar char="§"/>
        <a:defRPr sz="2300">
          <a:solidFill>
            <a:schemeClr val="tx1"/>
          </a:solidFill>
          <a:latin typeface="Fira Sans" panose="020B0503050000020004" pitchFamily="34" charset="0"/>
          <a:ea typeface="+mn-ea"/>
        </a:defRPr>
      </a:lvl3pPr>
      <a:lvl4pPr marL="1281081" indent="-292093" algn="l" rtl="0" eaLnBrk="1" fontAlgn="base" hangingPunct="1">
        <a:spcBef>
          <a:spcPct val="20000"/>
        </a:spcBef>
        <a:spcAft>
          <a:spcPct val="0"/>
        </a:spcAft>
        <a:buClr>
          <a:srgbClr val="FFB81D"/>
        </a:buClr>
        <a:buSzPct val="75000"/>
        <a:buFont typeface="Wingdings" pitchFamily="2" charset="2"/>
        <a:buChar char="q"/>
        <a:defRPr sz="2000">
          <a:solidFill>
            <a:schemeClr val="tx1"/>
          </a:solidFill>
          <a:latin typeface="Fira Sans" panose="020B0503050000020004" pitchFamily="34" charset="0"/>
          <a:ea typeface="+mn-ea"/>
        </a:defRPr>
      </a:lvl4pPr>
      <a:lvl5pPr marL="1598573" indent="-315905" algn="l" rtl="0" eaLnBrk="1" fontAlgn="base" hangingPunct="1">
        <a:spcBef>
          <a:spcPct val="20000"/>
        </a:spcBef>
        <a:spcAft>
          <a:spcPct val="0"/>
        </a:spcAft>
        <a:buClr>
          <a:schemeClr val="bg1">
            <a:lumMod val="50000"/>
          </a:schemeClr>
        </a:buClr>
        <a:buSzPct val="75000"/>
        <a:buFont typeface="Wingdings" pitchFamily="2" charset="2"/>
        <a:buChar char="Ø"/>
        <a:defRPr sz="2000">
          <a:solidFill>
            <a:schemeClr val="tx1"/>
          </a:solidFill>
          <a:latin typeface="Fira Sans" panose="020B0503050000020004" pitchFamily="34" charset="0"/>
          <a:ea typeface="+mn-ea"/>
        </a:defRPr>
      </a:lvl5pPr>
      <a:lvl6pPr marL="2055762" indent="-315905" algn="l" rtl="0" eaLnBrk="1" fontAlgn="base" hangingPunct="1">
        <a:spcBef>
          <a:spcPct val="20000"/>
        </a:spcBef>
        <a:spcAft>
          <a:spcPct val="0"/>
        </a:spcAft>
        <a:buClr>
          <a:schemeClr val="folHlink"/>
        </a:buClr>
        <a:buSzPct val="80000"/>
        <a:buFont typeface="Wingdings" charset="0"/>
        <a:buBlip>
          <a:blip r:embed="rId14"/>
        </a:buBlip>
        <a:defRPr sz="2000">
          <a:solidFill>
            <a:schemeClr val="tx1"/>
          </a:solidFill>
          <a:latin typeface="+mn-lt"/>
          <a:ea typeface="+mn-ea"/>
        </a:defRPr>
      </a:lvl6pPr>
      <a:lvl7pPr marL="2512951" indent="-315905" algn="l" rtl="0" eaLnBrk="1" fontAlgn="base" hangingPunct="1">
        <a:spcBef>
          <a:spcPct val="20000"/>
        </a:spcBef>
        <a:spcAft>
          <a:spcPct val="0"/>
        </a:spcAft>
        <a:buClr>
          <a:schemeClr val="folHlink"/>
        </a:buClr>
        <a:buSzPct val="80000"/>
        <a:buFont typeface="Wingdings" charset="0"/>
        <a:buBlip>
          <a:blip r:embed="rId14"/>
        </a:buBlip>
        <a:defRPr sz="2000">
          <a:solidFill>
            <a:schemeClr val="tx1"/>
          </a:solidFill>
          <a:latin typeface="+mn-lt"/>
          <a:ea typeface="+mn-ea"/>
        </a:defRPr>
      </a:lvl7pPr>
      <a:lvl8pPr marL="2970139" indent="-315905" algn="l" rtl="0" eaLnBrk="1" fontAlgn="base" hangingPunct="1">
        <a:spcBef>
          <a:spcPct val="20000"/>
        </a:spcBef>
        <a:spcAft>
          <a:spcPct val="0"/>
        </a:spcAft>
        <a:buClr>
          <a:schemeClr val="folHlink"/>
        </a:buClr>
        <a:buSzPct val="80000"/>
        <a:buFont typeface="Wingdings" charset="0"/>
        <a:buBlip>
          <a:blip r:embed="rId14"/>
        </a:buBlip>
        <a:defRPr sz="2000">
          <a:solidFill>
            <a:schemeClr val="tx1"/>
          </a:solidFill>
          <a:latin typeface="+mn-lt"/>
          <a:ea typeface="+mn-ea"/>
        </a:defRPr>
      </a:lvl8pPr>
      <a:lvl9pPr marL="3427328" indent="-315905" algn="l" rtl="0" eaLnBrk="1" fontAlgn="base" hangingPunct="1">
        <a:spcBef>
          <a:spcPct val="20000"/>
        </a:spcBef>
        <a:spcAft>
          <a:spcPct val="0"/>
        </a:spcAft>
        <a:buClr>
          <a:schemeClr val="folHlink"/>
        </a:buClr>
        <a:buSzPct val="80000"/>
        <a:buFont typeface="Wingdings" charset="0"/>
        <a:buBlip>
          <a:blip r:embed="rId14"/>
        </a:buBlip>
        <a:defRPr sz="2000">
          <a:solidFill>
            <a:schemeClr val="tx1"/>
          </a:solidFill>
          <a:latin typeface="+mn-lt"/>
          <a:ea typeface="+mn-ea"/>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hyperlink" Target="https://tadp.ucr.edu/" TargetMode="Externa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cs.google.com/document/d/1dFieEER5qjL-bLxN1oEgETrbH1VA6BOyaJu2Ja5YVS4/edit?usp=sharin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ocs.google.com/document/d/1dFieEER5qjL-bLxN1oEgETrbH1VA6BOyaJu2Ja5YVS4/edit?usp=sharin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tadp.ucr.edu/" TargetMode="External"/><Relationship Id="rId7" Type="http://schemas.openxmlformats.org/officeDocument/2006/relationships/image" Target="../media/image5.png"/><Relationship Id="rId2" Type="http://schemas.openxmlformats.org/officeDocument/2006/relationships/hyperlink" Target="mailto:tadp@ucr.edu" TargetMode="External"/><Relationship Id="rId1" Type="http://schemas.openxmlformats.org/officeDocument/2006/relationships/slideLayout" Target="../slideLayouts/slideLayout2.xml"/><Relationship Id="rId6" Type="http://schemas.openxmlformats.org/officeDocument/2006/relationships/hyperlink" Target="https://docs.google.com/forms/d/e/1FAIpQLSe_IUadmjTy09VVpVK9ZKIOGiqJxpnwJPjsvoVIE56KAJg_uQ/viewform?usp=sf_link" TargetMode="External"/><Relationship Id="rId5" Type="http://schemas.openxmlformats.org/officeDocument/2006/relationships/hyperlink" Target="https://ucr.mywconline.com/" TargetMode="External"/><Relationship Id="rId4" Type="http://schemas.openxmlformats.org/officeDocument/2006/relationships/hyperlink" Target="https://tadp.ucr.edu/resourc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2555D6-0404-6E4A-878B-54A076A27951}"/>
              </a:ext>
            </a:extLst>
          </p:cNvPr>
          <p:cNvSpPr>
            <a:spLocks noGrp="1"/>
          </p:cNvSpPr>
          <p:nvPr>
            <p:ph idx="1"/>
          </p:nvPr>
        </p:nvSpPr>
        <p:spPr/>
        <p:txBody>
          <a:bodyPr/>
          <a:lstStyle/>
          <a:p>
            <a:pPr>
              <a:spcBef>
                <a:spcPts val="0"/>
              </a:spcBef>
              <a:buClr>
                <a:schemeClr val="lt1"/>
              </a:buClr>
              <a:buSzPts val="6000"/>
              <a:buFont typeface="Helvetica Neue"/>
              <a:buNone/>
            </a:pPr>
            <a:r>
              <a:rPr lang="en-US" sz="2800" dirty="0">
                <a:solidFill>
                  <a:schemeClr val="tx1">
                    <a:lumMod val="95000"/>
                    <a:lumOff val="5000"/>
                  </a:schemeClr>
                </a:solidFill>
                <a:latin typeface="Avenir Book" panose="02000503020000020003" pitchFamily="2" charset="0"/>
              </a:rPr>
              <a:t>This workshop will be recorded</a:t>
            </a:r>
          </a:p>
          <a:p>
            <a:pPr algn="ctr">
              <a:spcBef>
                <a:spcPts val="0"/>
              </a:spcBef>
              <a:buClr>
                <a:schemeClr val="lt1"/>
              </a:buClr>
              <a:buSzPts val="6000"/>
              <a:buFont typeface="Helvetica Neue"/>
              <a:buNone/>
            </a:pPr>
            <a:endParaRPr lang="en-US" sz="2800" dirty="0">
              <a:solidFill>
                <a:schemeClr val="tx1">
                  <a:lumMod val="95000"/>
                  <a:lumOff val="5000"/>
                </a:schemeClr>
              </a:solidFill>
              <a:latin typeface="Avenir Book" panose="02000503020000020003" pitchFamily="2" charset="0"/>
            </a:endParaRPr>
          </a:p>
          <a:p>
            <a:pPr>
              <a:spcBef>
                <a:spcPts val="0"/>
              </a:spcBef>
              <a:buClr>
                <a:schemeClr val="lt1"/>
              </a:buClr>
              <a:buSzPts val="6000"/>
            </a:pPr>
            <a:r>
              <a:rPr lang="en-US" sz="2800" dirty="0">
                <a:solidFill>
                  <a:schemeClr val="tx1">
                    <a:lumMod val="95000"/>
                    <a:lumOff val="5000"/>
                  </a:schemeClr>
                </a:solidFill>
                <a:latin typeface="Avenir Book" panose="02000503020000020003" pitchFamily="2" charset="0"/>
              </a:rPr>
              <a:t>The recording will be available for viewing at our website and link to the resources that we will discuss will be shared with you after this presentation</a:t>
            </a:r>
          </a:p>
          <a:p>
            <a:pPr>
              <a:spcBef>
                <a:spcPts val="0"/>
              </a:spcBef>
              <a:buClr>
                <a:schemeClr val="lt1"/>
              </a:buClr>
              <a:buSzPts val="6000"/>
            </a:pPr>
            <a:endParaRPr lang="en-US" sz="2800" dirty="0">
              <a:solidFill>
                <a:schemeClr val="tx1">
                  <a:lumMod val="95000"/>
                  <a:lumOff val="5000"/>
                </a:schemeClr>
              </a:solidFill>
              <a:latin typeface="Avenir Book" panose="02000503020000020003" pitchFamily="2" charset="0"/>
            </a:endParaRPr>
          </a:p>
          <a:p>
            <a:pPr>
              <a:spcBef>
                <a:spcPts val="0"/>
              </a:spcBef>
              <a:buClr>
                <a:schemeClr val="lt1"/>
              </a:buClr>
              <a:buSzPts val="6000"/>
            </a:pPr>
            <a:r>
              <a:rPr lang="en-US" sz="2800" dirty="0">
                <a:solidFill>
                  <a:schemeClr val="accent5">
                    <a:lumMod val="50000"/>
                  </a:schemeClr>
                </a:solidFill>
                <a:latin typeface="Avenir Book" panose="02000503020000020003" pitchFamily="2" charset="0"/>
                <a:hlinkClick r:id="rId2"/>
              </a:rPr>
              <a:t>https://tadp.ucr.edu</a:t>
            </a:r>
            <a:endParaRPr lang="en-US" sz="2800" dirty="0">
              <a:solidFill>
                <a:schemeClr val="accent5">
                  <a:lumMod val="50000"/>
                </a:schemeClr>
              </a:solidFill>
              <a:latin typeface="Avenir Book" panose="02000503020000020003" pitchFamily="2" charset="0"/>
            </a:endParaRPr>
          </a:p>
          <a:p>
            <a:pPr marL="0" indent="0">
              <a:buNone/>
            </a:pPr>
            <a:endParaRPr lang="en-US" sz="2800" dirty="0">
              <a:solidFill>
                <a:schemeClr val="tx1">
                  <a:lumMod val="95000"/>
                  <a:lumOff val="5000"/>
                </a:schemeClr>
              </a:solidFill>
              <a:latin typeface="Avenir Book" panose="02000503020000020003" pitchFamily="2" charset="0"/>
            </a:endParaRPr>
          </a:p>
          <a:p>
            <a:pPr marL="0" indent="0">
              <a:buNone/>
            </a:pPr>
            <a:r>
              <a:rPr lang="en-US" sz="2800" dirty="0">
                <a:solidFill>
                  <a:schemeClr val="tx1">
                    <a:lumMod val="95000"/>
                    <a:lumOff val="5000"/>
                  </a:schemeClr>
                </a:solidFill>
                <a:latin typeface="Avenir Book" panose="02000503020000020003" pitchFamily="2" charset="0"/>
              </a:rPr>
              <a:t>If you are uncomfortable being recorded, please turn off your video now.</a:t>
            </a:r>
          </a:p>
          <a:p>
            <a:endParaRPr lang="en-US" sz="2800" dirty="0"/>
          </a:p>
        </p:txBody>
      </p:sp>
      <p:pic>
        <p:nvPicPr>
          <p:cNvPr id="4" name="Picture 3" descr="A picture containing text&#10;&#10;Description automatically generated">
            <a:extLst>
              <a:ext uri="{FF2B5EF4-FFF2-40B4-BE49-F238E27FC236}">
                <a16:creationId xmlns:a16="http://schemas.microsoft.com/office/drawing/2014/main" id="{78FA7757-5316-9642-86F8-9C85D5526855}"/>
              </a:ext>
            </a:extLst>
          </p:cNvPr>
          <p:cNvPicPr>
            <a:picLocks noChangeAspect="1"/>
          </p:cNvPicPr>
          <p:nvPr/>
        </p:nvPicPr>
        <p:blipFill rotWithShape="1">
          <a:blip r:embed="rId3"/>
          <a:srcRect l="3687" t="10977" r="10680" b="12103"/>
          <a:stretch/>
        </p:blipFill>
        <p:spPr>
          <a:xfrm>
            <a:off x="8421534" y="152400"/>
            <a:ext cx="3586348" cy="748991"/>
          </a:xfrm>
          <a:prstGeom prst="rect">
            <a:avLst/>
          </a:prstGeom>
        </p:spPr>
      </p:pic>
      <p:pic>
        <p:nvPicPr>
          <p:cNvPr id="5" name="Graphic 4" descr="Record">
            <a:extLst>
              <a:ext uri="{FF2B5EF4-FFF2-40B4-BE49-F238E27FC236}">
                <a16:creationId xmlns:a16="http://schemas.microsoft.com/office/drawing/2014/main" id="{5EE65D4D-12E2-5243-862E-2693ED54825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69369" y="5450138"/>
            <a:ext cx="1190625" cy="1190625"/>
          </a:xfrm>
          <a:prstGeom prst="rect">
            <a:avLst/>
          </a:prstGeom>
        </p:spPr>
      </p:pic>
      <p:pic>
        <p:nvPicPr>
          <p:cNvPr id="6" name="Graphic 5" descr="Radio microphone">
            <a:extLst>
              <a:ext uri="{FF2B5EF4-FFF2-40B4-BE49-F238E27FC236}">
                <a16:creationId xmlns:a16="http://schemas.microsoft.com/office/drawing/2014/main" id="{10C7E39F-6F97-EF41-B6D1-916C43A73BB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52591" y="5450138"/>
            <a:ext cx="1190624" cy="1190624"/>
          </a:xfrm>
          <a:prstGeom prst="rect">
            <a:avLst/>
          </a:prstGeom>
        </p:spPr>
      </p:pic>
    </p:spTree>
    <p:extLst>
      <p:ext uri="{BB962C8B-B14F-4D97-AF65-F5344CB8AC3E}">
        <p14:creationId xmlns:p14="http://schemas.microsoft.com/office/powerpoint/2010/main" val="1604920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67EAD-B1BD-2C47-9473-29DD4835E9E9}"/>
              </a:ext>
            </a:extLst>
          </p:cNvPr>
          <p:cNvSpPr>
            <a:spLocks noGrp="1"/>
          </p:cNvSpPr>
          <p:nvPr>
            <p:ph type="ctrTitle"/>
          </p:nvPr>
        </p:nvSpPr>
        <p:spPr>
          <a:xfrm>
            <a:off x="583661" y="709356"/>
            <a:ext cx="10972800" cy="2057400"/>
          </a:xfrm>
        </p:spPr>
        <p:txBody>
          <a:bodyPr/>
          <a:lstStyle/>
          <a:p>
            <a:r>
              <a:rPr lang="en-US" sz="4800" dirty="0"/>
              <a:t>Preparing a lab or discussion section.</a:t>
            </a:r>
          </a:p>
        </p:txBody>
      </p:sp>
      <p:sp>
        <p:nvSpPr>
          <p:cNvPr id="4" name="Subtitle 3">
            <a:extLst>
              <a:ext uri="{FF2B5EF4-FFF2-40B4-BE49-F238E27FC236}">
                <a16:creationId xmlns:a16="http://schemas.microsoft.com/office/drawing/2014/main" id="{ACFD9AA0-33EF-914E-A159-780E8C9C69B9}"/>
              </a:ext>
            </a:extLst>
          </p:cNvPr>
          <p:cNvSpPr>
            <a:spLocks noGrp="1"/>
          </p:cNvSpPr>
          <p:nvPr>
            <p:ph type="subTitle" idx="1"/>
          </p:nvPr>
        </p:nvSpPr>
        <p:spPr>
          <a:xfrm>
            <a:off x="616084" y="2764979"/>
            <a:ext cx="9753600" cy="3053473"/>
          </a:xfrm>
        </p:spPr>
        <p:txBody>
          <a:bodyPr/>
          <a:lstStyle/>
          <a:p>
            <a:pPr>
              <a:buClr>
                <a:schemeClr val="bg1"/>
              </a:buClr>
            </a:pPr>
            <a:r>
              <a:rPr lang="en-US" sz="2800" dirty="0">
                <a:solidFill>
                  <a:schemeClr val="bg1"/>
                </a:solidFill>
              </a:rPr>
              <a:t>Fall 2024 | November 4</a:t>
            </a:r>
            <a:r>
              <a:rPr lang="en-US" sz="2800" baseline="30000" dirty="0">
                <a:solidFill>
                  <a:schemeClr val="bg1"/>
                </a:solidFill>
              </a:rPr>
              <a:t>th</a:t>
            </a:r>
            <a:endParaRPr lang="en-US" sz="2800" dirty="0">
              <a:solidFill>
                <a:schemeClr val="bg1"/>
              </a:solidFill>
            </a:endParaRPr>
          </a:p>
        </p:txBody>
      </p:sp>
      <p:pic>
        <p:nvPicPr>
          <p:cNvPr id="5" name="Picture 4" descr="A picture containing text&#10;&#10;Description automatically generated">
            <a:extLst>
              <a:ext uri="{FF2B5EF4-FFF2-40B4-BE49-F238E27FC236}">
                <a16:creationId xmlns:a16="http://schemas.microsoft.com/office/drawing/2014/main" id="{8A436763-A1F4-BA4E-A1F6-3961FFF3DE90}"/>
              </a:ext>
            </a:extLst>
          </p:cNvPr>
          <p:cNvPicPr>
            <a:picLocks noChangeAspect="1"/>
          </p:cNvPicPr>
          <p:nvPr/>
        </p:nvPicPr>
        <p:blipFill rotWithShape="1">
          <a:blip r:embed="rId3"/>
          <a:srcRect l="3687" t="10977" r="10680" b="12103"/>
          <a:stretch/>
        </p:blipFill>
        <p:spPr>
          <a:xfrm>
            <a:off x="7560128" y="6369316"/>
            <a:ext cx="2339934" cy="488684"/>
          </a:xfrm>
          <a:prstGeom prst="rect">
            <a:avLst/>
          </a:prstGeom>
        </p:spPr>
      </p:pic>
    </p:spTree>
    <p:extLst>
      <p:ext uri="{BB962C8B-B14F-4D97-AF65-F5344CB8AC3E}">
        <p14:creationId xmlns:p14="http://schemas.microsoft.com/office/powerpoint/2010/main" val="3771118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8BF82-31A4-FC48-D480-6B24AA19EF3C}"/>
              </a:ext>
            </a:extLst>
          </p:cNvPr>
          <p:cNvSpPr>
            <a:spLocks noGrp="1"/>
          </p:cNvSpPr>
          <p:nvPr>
            <p:ph type="title"/>
          </p:nvPr>
        </p:nvSpPr>
        <p:spPr/>
        <p:txBody>
          <a:bodyPr/>
          <a:lstStyle/>
          <a:p>
            <a:r>
              <a:rPr lang="en-US" dirty="0"/>
              <a:t>What’s going to be covered?</a:t>
            </a:r>
          </a:p>
        </p:txBody>
      </p:sp>
      <p:sp>
        <p:nvSpPr>
          <p:cNvPr id="3" name="Content Placeholder 2">
            <a:extLst>
              <a:ext uri="{FF2B5EF4-FFF2-40B4-BE49-F238E27FC236}">
                <a16:creationId xmlns:a16="http://schemas.microsoft.com/office/drawing/2014/main" id="{1E1C93C3-2527-F8E6-9797-94F7285CEB71}"/>
              </a:ext>
            </a:extLst>
          </p:cNvPr>
          <p:cNvSpPr>
            <a:spLocks noGrp="1"/>
          </p:cNvSpPr>
          <p:nvPr>
            <p:ph idx="1"/>
          </p:nvPr>
        </p:nvSpPr>
        <p:spPr/>
        <p:txBody>
          <a:bodyPr/>
          <a:lstStyle/>
          <a:p>
            <a:pPr marL="571500" indent="-571500">
              <a:buFont typeface="+mj-lt"/>
              <a:buAutoNum type="romanUcPeriod"/>
            </a:pPr>
            <a:r>
              <a:rPr lang="en-US" sz="2800" dirty="0"/>
              <a:t>What exactly is a Teaching Associate (TA) &amp; what are TAs responsible for?</a:t>
            </a:r>
          </a:p>
          <a:p>
            <a:pPr marL="571500" indent="-571500">
              <a:buFont typeface="+mj-lt"/>
              <a:buAutoNum type="romanUcPeriod"/>
            </a:pPr>
            <a:r>
              <a:rPr lang="en-US" sz="2800" dirty="0"/>
              <a:t>Laboratory vs. discussion course.</a:t>
            </a:r>
          </a:p>
          <a:p>
            <a:pPr marL="571500" indent="-571500">
              <a:buFont typeface="+mj-lt"/>
              <a:buAutoNum type="romanUcPeriod"/>
            </a:pPr>
            <a:r>
              <a:rPr lang="en-US" sz="2800" dirty="0"/>
              <a:t>Preparation for laboratory or discussion.</a:t>
            </a:r>
          </a:p>
          <a:p>
            <a:pPr marL="920742" lvl="1" indent="-571500">
              <a:buFont typeface="+mj-lt"/>
              <a:buAutoNum type="romanLcPeriod"/>
            </a:pPr>
            <a:r>
              <a:rPr lang="en-US" sz="2400" dirty="0"/>
              <a:t>Laboratory preparation.</a:t>
            </a:r>
          </a:p>
          <a:p>
            <a:pPr marL="920742" lvl="1" indent="-571500">
              <a:buFont typeface="+mj-lt"/>
              <a:buAutoNum type="romanLcPeriod"/>
            </a:pPr>
            <a:r>
              <a:rPr lang="en-US" sz="2400" dirty="0"/>
              <a:t>Discussion preparation.</a:t>
            </a:r>
          </a:p>
          <a:p>
            <a:pPr marL="571500" indent="-571500">
              <a:buFont typeface="+mj-lt"/>
              <a:buAutoNum type="romanUcPeriod"/>
            </a:pPr>
            <a:r>
              <a:rPr lang="en-US" sz="2800" dirty="0"/>
              <a:t>Additional resources.</a:t>
            </a:r>
          </a:p>
          <a:p>
            <a:pPr marL="571500" indent="-571500">
              <a:buFont typeface="+mj-lt"/>
              <a:buAutoNum type="romanUcPeriod"/>
            </a:pPr>
            <a:endParaRPr lang="en-US" sz="2800" dirty="0"/>
          </a:p>
        </p:txBody>
      </p:sp>
    </p:spTree>
    <p:extLst>
      <p:ext uri="{BB962C8B-B14F-4D97-AF65-F5344CB8AC3E}">
        <p14:creationId xmlns:p14="http://schemas.microsoft.com/office/powerpoint/2010/main" val="2376942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E430E-D2AD-F278-4218-0AFC2A3B937B}"/>
              </a:ext>
            </a:extLst>
          </p:cNvPr>
          <p:cNvSpPr>
            <a:spLocks noGrp="1"/>
          </p:cNvSpPr>
          <p:nvPr>
            <p:ph type="title"/>
          </p:nvPr>
        </p:nvSpPr>
        <p:spPr/>
        <p:txBody>
          <a:bodyPr/>
          <a:lstStyle/>
          <a:p>
            <a:r>
              <a:rPr lang="en-US" dirty="0"/>
              <a:t>What is a TA and what are TAs responsible for?</a:t>
            </a:r>
          </a:p>
        </p:txBody>
      </p:sp>
      <p:sp>
        <p:nvSpPr>
          <p:cNvPr id="3" name="Content Placeholder 2">
            <a:extLst>
              <a:ext uri="{FF2B5EF4-FFF2-40B4-BE49-F238E27FC236}">
                <a16:creationId xmlns:a16="http://schemas.microsoft.com/office/drawing/2014/main" id="{DDAEA5BE-5FAA-01CB-699D-1871D0359E27}"/>
              </a:ext>
            </a:extLst>
          </p:cNvPr>
          <p:cNvSpPr>
            <a:spLocks noGrp="1"/>
          </p:cNvSpPr>
          <p:nvPr>
            <p:ph idx="1"/>
          </p:nvPr>
        </p:nvSpPr>
        <p:spPr/>
        <p:txBody>
          <a:bodyPr/>
          <a:lstStyle/>
          <a:p>
            <a:r>
              <a:rPr lang="en-US" sz="2000" b="0" i="0" dirty="0">
                <a:solidFill>
                  <a:srgbClr val="000000"/>
                </a:solidFill>
                <a:effectLst/>
                <a:latin typeface="Calibri" panose="020F0502020204030204" pitchFamily="34" charset="0"/>
              </a:rPr>
              <a:t>A Teaching Assistant is a registered graduate student in full-time residence, chosen for excellent scholarship and for promise as a teacher, and serving an apprenticeship </a:t>
            </a:r>
            <a:r>
              <a:rPr lang="en-US" sz="2000" b="1" i="0" dirty="0">
                <a:solidFill>
                  <a:srgbClr val="000000"/>
                </a:solidFill>
                <a:effectLst/>
                <a:latin typeface="Calibri" panose="020F0502020204030204" pitchFamily="34" charset="0"/>
              </a:rPr>
              <a:t>under the active tutelage and supervision of a regular faculty member. </a:t>
            </a:r>
          </a:p>
          <a:p>
            <a:r>
              <a:rPr lang="en-US" sz="2000" b="0" i="0" dirty="0">
                <a:solidFill>
                  <a:srgbClr val="000000"/>
                </a:solidFill>
                <a:effectLst/>
                <a:latin typeface="Calibri" panose="020F0502020204030204" pitchFamily="34" charset="0"/>
              </a:rPr>
              <a:t>A Teaching Assistant is </a:t>
            </a:r>
            <a:r>
              <a:rPr lang="en-US" sz="2000" b="1" i="0" dirty="0">
                <a:solidFill>
                  <a:srgbClr val="000000"/>
                </a:solidFill>
                <a:effectLst/>
                <a:latin typeface="Calibri" panose="020F0502020204030204" pitchFamily="34" charset="0"/>
              </a:rPr>
              <a:t>not responsible for the instructional content of a course</a:t>
            </a:r>
            <a:r>
              <a:rPr lang="en-US" sz="2000" b="0" i="0" dirty="0">
                <a:solidFill>
                  <a:srgbClr val="000000"/>
                </a:solidFill>
                <a:effectLst/>
                <a:latin typeface="Calibri" panose="020F0502020204030204" pitchFamily="34" charset="0"/>
              </a:rPr>
              <a:t>, for selection of student assignments, for planning of examinations, or for determining the term grade for students. Neither is the Teaching Assistant to be assigned responsibility for instructing the entire enrollment of a course or for providing the entire instruction of a group of students enrolled in a course. </a:t>
            </a:r>
          </a:p>
          <a:p>
            <a:r>
              <a:rPr lang="en-US" sz="2000" b="1" i="0" dirty="0">
                <a:solidFill>
                  <a:srgbClr val="000000"/>
                </a:solidFill>
                <a:effectLst/>
                <a:latin typeface="Calibri" panose="020F0502020204030204" pitchFamily="34" charset="0"/>
              </a:rPr>
              <a:t>The Teaching Assistant is responsible only for the conduct of recitation, discussion, laboratory, or quiz sections under the active direction and supervision of a regular member of the faculty to whom responsibility for the course’s entire instruction, including the performance of Teaching Assistants, has been assigned.</a:t>
            </a:r>
          </a:p>
          <a:p>
            <a:endParaRPr lang="en-US" sz="2000" b="1" dirty="0">
              <a:solidFill>
                <a:srgbClr val="000000"/>
              </a:solidFill>
              <a:latin typeface="Calibri" panose="020F0502020204030204" pitchFamily="34" charset="0"/>
            </a:endParaRPr>
          </a:p>
          <a:p>
            <a:endParaRPr lang="en-US" sz="2000" b="1" i="0" dirty="0">
              <a:solidFill>
                <a:srgbClr val="000000"/>
              </a:solidFill>
              <a:effectLst/>
              <a:latin typeface="Calibri" panose="020F0502020204030204" pitchFamily="34" charset="0"/>
            </a:endParaRPr>
          </a:p>
          <a:p>
            <a:pPr marL="0" indent="0" algn="ctr">
              <a:buNone/>
            </a:pPr>
            <a:r>
              <a:rPr lang="en-US" b="1" dirty="0">
                <a:solidFill>
                  <a:srgbClr val="000000"/>
                </a:solidFill>
                <a:latin typeface="Calibri" panose="020F0502020204030204" pitchFamily="34" charset="0"/>
              </a:rPr>
              <a:t>More resources can be found on the UCR Graduate Division website!</a:t>
            </a:r>
            <a:r>
              <a:rPr lang="en-US" b="1" i="0" dirty="0">
                <a:solidFill>
                  <a:srgbClr val="000000"/>
                </a:solidFill>
                <a:effectLst/>
                <a:latin typeface="Calibri" panose="020F0502020204030204" pitchFamily="34" charset="0"/>
              </a:rPr>
              <a:t> </a:t>
            </a:r>
          </a:p>
          <a:p>
            <a:endParaRPr lang="en-US" sz="2000" dirty="0"/>
          </a:p>
        </p:txBody>
      </p:sp>
    </p:spTree>
    <p:extLst>
      <p:ext uri="{BB962C8B-B14F-4D97-AF65-F5344CB8AC3E}">
        <p14:creationId xmlns:p14="http://schemas.microsoft.com/office/powerpoint/2010/main" val="2456863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C450-42E5-2A93-70F9-6F06C34CCB32}"/>
              </a:ext>
            </a:extLst>
          </p:cNvPr>
          <p:cNvSpPr>
            <a:spLocks noGrp="1"/>
          </p:cNvSpPr>
          <p:nvPr>
            <p:ph type="title"/>
          </p:nvPr>
        </p:nvSpPr>
        <p:spPr>
          <a:xfrm>
            <a:off x="1117600" y="2240280"/>
            <a:ext cx="9956800" cy="762000"/>
          </a:xfrm>
        </p:spPr>
        <p:txBody>
          <a:bodyPr/>
          <a:lstStyle/>
          <a:p>
            <a:pPr algn="ctr"/>
            <a:r>
              <a:rPr lang="en-US" dirty="0">
                <a:hlinkClick r:id="rId3"/>
              </a:rPr>
              <a:t>Difference between a lab and discussion</a:t>
            </a:r>
            <a:r>
              <a:rPr lang="en-US" dirty="0"/>
              <a:t>.</a:t>
            </a:r>
          </a:p>
        </p:txBody>
      </p:sp>
      <p:sp>
        <p:nvSpPr>
          <p:cNvPr id="3" name="Content Placeholder 2">
            <a:extLst>
              <a:ext uri="{FF2B5EF4-FFF2-40B4-BE49-F238E27FC236}">
                <a16:creationId xmlns:a16="http://schemas.microsoft.com/office/drawing/2014/main" id="{8E92FC1F-CAE3-1EB7-686F-5DE83E1C3BB2}"/>
              </a:ext>
            </a:extLst>
          </p:cNvPr>
          <p:cNvSpPr>
            <a:spLocks noGrp="1"/>
          </p:cNvSpPr>
          <p:nvPr>
            <p:ph idx="1"/>
          </p:nvPr>
        </p:nvSpPr>
        <p:spPr>
          <a:xfrm>
            <a:off x="609600" y="3063240"/>
            <a:ext cx="10972800" cy="2901696"/>
          </a:xfrm>
        </p:spPr>
        <p:txBody>
          <a:bodyPr/>
          <a:lstStyle/>
          <a:p>
            <a:pPr marL="0" indent="0" algn="ctr">
              <a:buNone/>
            </a:pPr>
            <a:r>
              <a:rPr lang="en-US" dirty="0"/>
              <a:t>I will put you in breakout rooms to discuss for 5 minutes. </a:t>
            </a:r>
            <a:br>
              <a:rPr lang="en-US" dirty="0"/>
            </a:br>
            <a:r>
              <a:rPr lang="en-US" dirty="0"/>
              <a:t>Be ready to share your ideas once we come back.</a:t>
            </a:r>
          </a:p>
        </p:txBody>
      </p:sp>
    </p:spTree>
    <p:extLst>
      <p:ext uri="{BB962C8B-B14F-4D97-AF65-F5344CB8AC3E}">
        <p14:creationId xmlns:p14="http://schemas.microsoft.com/office/powerpoint/2010/main" val="3622835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FD448F-DEA1-F836-3FE6-9E3B725A8278}"/>
              </a:ext>
            </a:extLst>
          </p:cNvPr>
          <p:cNvSpPr>
            <a:spLocks noGrp="1"/>
          </p:cNvSpPr>
          <p:nvPr>
            <p:ph type="body" idx="1"/>
          </p:nvPr>
        </p:nvSpPr>
        <p:spPr/>
        <p:txBody>
          <a:bodyPr/>
          <a:lstStyle/>
          <a:p>
            <a:pPr algn="ctr"/>
            <a:r>
              <a:rPr lang="en-US" dirty="0"/>
              <a:t>Laboratory</a:t>
            </a:r>
          </a:p>
        </p:txBody>
      </p:sp>
      <p:sp>
        <p:nvSpPr>
          <p:cNvPr id="3" name="Content Placeholder 2">
            <a:extLst>
              <a:ext uri="{FF2B5EF4-FFF2-40B4-BE49-F238E27FC236}">
                <a16:creationId xmlns:a16="http://schemas.microsoft.com/office/drawing/2014/main" id="{91BA2F1F-FF2F-9085-D4E8-5FBEF492E253}"/>
              </a:ext>
            </a:extLst>
          </p:cNvPr>
          <p:cNvSpPr>
            <a:spLocks noGrp="1"/>
          </p:cNvSpPr>
          <p:nvPr>
            <p:ph sz="half" idx="2"/>
          </p:nvPr>
        </p:nvSpPr>
        <p:spPr/>
        <p:txBody>
          <a:bodyPr/>
          <a:lstStyle/>
          <a:p>
            <a:r>
              <a:rPr lang="en-US" sz="2200" i="0" dirty="0">
                <a:solidFill>
                  <a:srgbClr val="000000"/>
                </a:solidFill>
                <a:effectLst/>
                <a:latin typeface="Source Sans Pro" panose="020B0503030403020204" pitchFamily="34" charset="0"/>
              </a:rPr>
              <a:t>A lab course is a smaller, individual course component that supplements larger lectures. </a:t>
            </a:r>
          </a:p>
          <a:p>
            <a:r>
              <a:rPr lang="en-US" sz="2200" i="0" dirty="0">
                <a:solidFill>
                  <a:srgbClr val="000000"/>
                </a:solidFill>
                <a:effectLst/>
                <a:latin typeface="Source Sans Pro" panose="020B0503030403020204" pitchFamily="34" charset="0"/>
              </a:rPr>
              <a:t>Labs allow for hands-on, practical exposure to subject matter. </a:t>
            </a:r>
          </a:p>
          <a:p>
            <a:r>
              <a:rPr lang="en-US" sz="2200" i="0" dirty="0">
                <a:solidFill>
                  <a:srgbClr val="000000"/>
                </a:solidFill>
                <a:effectLst/>
                <a:latin typeface="Source Sans Pro" panose="020B0503030403020204" pitchFamily="34" charset="0"/>
              </a:rPr>
              <a:t>A lab course allows for in-depth observation, participation, experimentation or practice. </a:t>
            </a:r>
          </a:p>
          <a:p>
            <a:r>
              <a:rPr lang="en-US" sz="2200" b="0" i="0" dirty="0">
                <a:solidFill>
                  <a:srgbClr val="000000"/>
                </a:solidFill>
                <a:effectLst/>
                <a:latin typeface="Source Sans Pro" panose="020B0503030403020204" pitchFamily="34" charset="0"/>
              </a:rPr>
              <a:t>Labs generally include working in partners or small groups on a project.</a:t>
            </a:r>
            <a:endParaRPr lang="en-US" sz="2200" dirty="0"/>
          </a:p>
        </p:txBody>
      </p:sp>
      <p:sp>
        <p:nvSpPr>
          <p:cNvPr id="6" name="Title 5">
            <a:extLst>
              <a:ext uri="{FF2B5EF4-FFF2-40B4-BE49-F238E27FC236}">
                <a16:creationId xmlns:a16="http://schemas.microsoft.com/office/drawing/2014/main" id="{49102801-C9D1-E942-4361-E7C26BED4C01}"/>
              </a:ext>
            </a:extLst>
          </p:cNvPr>
          <p:cNvSpPr>
            <a:spLocks noGrp="1"/>
          </p:cNvSpPr>
          <p:nvPr>
            <p:ph type="title"/>
          </p:nvPr>
        </p:nvSpPr>
        <p:spPr>
          <a:xfrm>
            <a:off x="1117600" y="228600"/>
            <a:ext cx="9956800" cy="762000"/>
          </a:xfrm>
        </p:spPr>
        <p:txBody>
          <a:bodyPr/>
          <a:lstStyle/>
          <a:p>
            <a:pPr algn="ctr"/>
            <a:r>
              <a:rPr lang="en-US" dirty="0"/>
              <a:t>Laboratory vs discussion section.</a:t>
            </a:r>
          </a:p>
        </p:txBody>
      </p:sp>
      <p:sp>
        <p:nvSpPr>
          <p:cNvPr id="9" name="Text Placeholder 8">
            <a:extLst>
              <a:ext uri="{FF2B5EF4-FFF2-40B4-BE49-F238E27FC236}">
                <a16:creationId xmlns:a16="http://schemas.microsoft.com/office/drawing/2014/main" id="{993BD1DC-38B8-5226-77BD-484ADE127D43}"/>
              </a:ext>
            </a:extLst>
          </p:cNvPr>
          <p:cNvSpPr>
            <a:spLocks noGrp="1"/>
          </p:cNvSpPr>
          <p:nvPr>
            <p:ph type="body" sz="quarter" idx="3"/>
          </p:nvPr>
        </p:nvSpPr>
        <p:spPr/>
        <p:txBody>
          <a:bodyPr/>
          <a:lstStyle/>
          <a:p>
            <a:endParaRPr lang="en-US"/>
          </a:p>
        </p:txBody>
      </p:sp>
      <p:sp>
        <p:nvSpPr>
          <p:cNvPr id="11" name="Content Placeholder 10">
            <a:extLst>
              <a:ext uri="{FF2B5EF4-FFF2-40B4-BE49-F238E27FC236}">
                <a16:creationId xmlns:a16="http://schemas.microsoft.com/office/drawing/2014/main" id="{A02E4518-496E-70B3-102D-E7B4F7BD286D}"/>
              </a:ext>
            </a:extLst>
          </p:cNvPr>
          <p:cNvSpPr>
            <a:spLocks noGrp="1"/>
          </p:cNvSpPr>
          <p:nvPr>
            <p:ph sz="quarter" idx="4"/>
          </p:nvPr>
        </p:nvSpPr>
        <p:spPr/>
        <p:txBody>
          <a:bodyPr/>
          <a:lstStyle/>
          <a:p>
            <a:endParaRPr lang="en-US"/>
          </a:p>
        </p:txBody>
      </p:sp>
    </p:spTree>
    <p:extLst>
      <p:ext uri="{BB962C8B-B14F-4D97-AF65-F5344CB8AC3E}">
        <p14:creationId xmlns:p14="http://schemas.microsoft.com/office/powerpoint/2010/main" val="3495311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FD448F-DEA1-F836-3FE6-9E3B725A8278}"/>
              </a:ext>
            </a:extLst>
          </p:cNvPr>
          <p:cNvSpPr>
            <a:spLocks noGrp="1"/>
          </p:cNvSpPr>
          <p:nvPr>
            <p:ph type="body" idx="1"/>
          </p:nvPr>
        </p:nvSpPr>
        <p:spPr/>
        <p:txBody>
          <a:bodyPr/>
          <a:lstStyle/>
          <a:p>
            <a:pPr algn="ctr"/>
            <a:r>
              <a:rPr lang="en-US" dirty="0"/>
              <a:t>Laboratory</a:t>
            </a:r>
          </a:p>
        </p:txBody>
      </p:sp>
      <p:sp>
        <p:nvSpPr>
          <p:cNvPr id="3" name="Content Placeholder 2">
            <a:extLst>
              <a:ext uri="{FF2B5EF4-FFF2-40B4-BE49-F238E27FC236}">
                <a16:creationId xmlns:a16="http://schemas.microsoft.com/office/drawing/2014/main" id="{91BA2F1F-FF2F-9085-D4E8-5FBEF492E253}"/>
              </a:ext>
            </a:extLst>
          </p:cNvPr>
          <p:cNvSpPr>
            <a:spLocks noGrp="1"/>
          </p:cNvSpPr>
          <p:nvPr>
            <p:ph sz="half" idx="2"/>
          </p:nvPr>
        </p:nvSpPr>
        <p:spPr/>
        <p:txBody>
          <a:bodyPr/>
          <a:lstStyle/>
          <a:p>
            <a:r>
              <a:rPr lang="en-US" sz="2200" i="0" dirty="0">
                <a:solidFill>
                  <a:srgbClr val="000000"/>
                </a:solidFill>
                <a:effectLst/>
                <a:latin typeface="Source Sans Pro" panose="020B0503030403020204" pitchFamily="34" charset="0"/>
              </a:rPr>
              <a:t>A lab course is a smaller, individual course component that supplements larger lectures. </a:t>
            </a:r>
          </a:p>
          <a:p>
            <a:r>
              <a:rPr lang="en-US" sz="2200" i="0" dirty="0">
                <a:solidFill>
                  <a:srgbClr val="000000"/>
                </a:solidFill>
                <a:effectLst/>
                <a:latin typeface="Source Sans Pro" panose="020B0503030403020204" pitchFamily="34" charset="0"/>
              </a:rPr>
              <a:t>Labs allow for hands-on, practical exposure to subject matter. </a:t>
            </a:r>
          </a:p>
          <a:p>
            <a:r>
              <a:rPr lang="en-US" sz="2200" i="0" dirty="0">
                <a:solidFill>
                  <a:srgbClr val="000000"/>
                </a:solidFill>
                <a:effectLst/>
                <a:latin typeface="Source Sans Pro" panose="020B0503030403020204" pitchFamily="34" charset="0"/>
              </a:rPr>
              <a:t>A lab course allows for in-depth observation, participation, experimentation or practice. </a:t>
            </a:r>
          </a:p>
          <a:p>
            <a:r>
              <a:rPr lang="en-US" sz="2200" b="0" i="0" dirty="0">
                <a:solidFill>
                  <a:srgbClr val="000000"/>
                </a:solidFill>
                <a:effectLst/>
                <a:latin typeface="Source Sans Pro" panose="020B0503030403020204" pitchFamily="34" charset="0"/>
              </a:rPr>
              <a:t>Labs generally include working in partners or small groups on a project.</a:t>
            </a:r>
            <a:endParaRPr lang="en-US" sz="2200" dirty="0"/>
          </a:p>
        </p:txBody>
      </p:sp>
      <p:sp>
        <p:nvSpPr>
          <p:cNvPr id="4" name="Text Placeholder 3">
            <a:extLst>
              <a:ext uri="{FF2B5EF4-FFF2-40B4-BE49-F238E27FC236}">
                <a16:creationId xmlns:a16="http://schemas.microsoft.com/office/drawing/2014/main" id="{1E6CB025-54CC-3460-DE8E-FD177C2514CB}"/>
              </a:ext>
            </a:extLst>
          </p:cNvPr>
          <p:cNvSpPr>
            <a:spLocks noGrp="1"/>
          </p:cNvSpPr>
          <p:nvPr>
            <p:ph type="body" sz="quarter" idx="3"/>
          </p:nvPr>
        </p:nvSpPr>
        <p:spPr/>
        <p:txBody>
          <a:bodyPr/>
          <a:lstStyle/>
          <a:p>
            <a:pPr algn="ctr"/>
            <a:r>
              <a:rPr lang="en-US" dirty="0"/>
              <a:t>Discussion</a:t>
            </a:r>
          </a:p>
        </p:txBody>
      </p:sp>
      <p:sp>
        <p:nvSpPr>
          <p:cNvPr id="5" name="Content Placeholder 4">
            <a:extLst>
              <a:ext uri="{FF2B5EF4-FFF2-40B4-BE49-F238E27FC236}">
                <a16:creationId xmlns:a16="http://schemas.microsoft.com/office/drawing/2014/main" id="{EBBC3076-C6D7-1825-CCCD-3B2E48B445C7}"/>
              </a:ext>
            </a:extLst>
          </p:cNvPr>
          <p:cNvSpPr>
            <a:spLocks noGrp="1"/>
          </p:cNvSpPr>
          <p:nvPr>
            <p:ph sz="quarter" idx="4"/>
          </p:nvPr>
        </p:nvSpPr>
        <p:spPr/>
        <p:txBody>
          <a:bodyPr/>
          <a:lstStyle/>
          <a:p>
            <a:pPr algn="l" fontAlgn="ctr"/>
            <a:r>
              <a:rPr lang="en-US" sz="2200" b="0" i="0" dirty="0">
                <a:effectLst/>
                <a:latin typeface="Google Sans"/>
              </a:rPr>
              <a:t>A discussion class is a smaller group meeting where students can discuss, ask questions, and apply course material. </a:t>
            </a:r>
          </a:p>
          <a:p>
            <a:pPr algn="l" fontAlgn="ctr"/>
            <a:r>
              <a:rPr lang="en-US" sz="2200" b="0" i="0" dirty="0">
                <a:effectLst/>
                <a:latin typeface="Google Sans"/>
              </a:rPr>
              <a:t>Discussion classes are often a required part of lecture-style classes.</a:t>
            </a:r>
          </a:p>
          <a:p>
            <a:pPr algn="l" fontAlgn="ctr"/>
            <a:r>
              <a:rPr lang="en-US" sz="2200" b="0" i="0" dirty="0">
                <a:effectLst/>
                <a:latin typeface="Google Sans"/>
              </a:rPr>
              <a:t>In a discussion class, students might: Discuss the lecture material, Ask questions, Participate in group projects, Engage in debate, and Analyze course content more in-depth. </a:t>
            </a:r>
          </a:p>
        </p:txBody>
      </p:sp>
      <p:sp>
        <p:nvSpPr>
          <p:cNvPr id="6" name="Title 5">
            <a:extLst>
              <a:ext uri="{FF2B5EF4-FFF2-40B4-BE49-F238E27FC236}">
                <a16:creationId xmlns:a16="http://schemas.microsoft.com/office/drawing/2014/main" id="{49102801-C9D1-E942-4361-E7C26BED4C01}"/>
              </a:ext>
            </a:extLst>
          </p:cNvPr>
          <p:cNvSpPr>
            <a:spLocks noGrp="1"/>
          </p:cNvSpPr>
          <p:nvPr>
            <p:ph type="title"/>
          </p:nvPr>
        </p:nvSpPr>
        <p:spPr>
          <a:xfrm>
            <a:off x="1117600" y="228600"/>
            <a:ext cx="9956800" cy="762000"/>
          </a:xfrm>
        </p:spPr>
        <p:txBody>
          <a:bodyPr/>
          <a:lstStyle/>
          <a:p>
            <a:pPr algn="ctr"/>
            <a:r>
              <a:rPr lang="en-US" dirty="0"/>
              <a:t>Laboratory vs discussion section.</a:t>
            </a:r>
          </a:p>
        </p:txBody>
      </p:sp>
      <p:sp>
        <p:nvSpPr>
          <p:cNvPr id="7" name="TextBox 6">
            <a:extLst>
              <a:ext uri="{FF2B5EF4-FFF2-40B4-BE49-F238E27FC236}">
                <a16:creationId xmlns:a16="http://schemas.microsoft.com/office/drawing/2014/main" id="{B51BCF63-7228-756B-24D6-E025C1D6D933}"/>
              </a:ext>
            </a:extLst>
          </p:cNvPr>
          <p:cNvSpPr txBox="1"/>
          <p:nvPr/>
        </p:nvSpPr>
        <p:spPr>
          <a:xfrm>
            <a:off x="3417612" y="5790545"/>
            <a:ext cx="5551520" cy="523220"/>
          </a:xfrm>
          <a:prstGeom prst="rect">
            <a:avLst/>
          </a:prstGeom>
          <a:noFill/>
        </p:spPr>
        <p:txBody>
          <a:bodyPr wrap="none" rtlCol="0">
            <a:spAutoFit/>
          </a:bodyPr>
          <a:lstStyle/>
          <a:p>
            <a:r>
              <a:rPr lang="en-US" sz="2800" b="1" dirty="0">
                <a:latin typeface="Source Sans Pro" panose="020B0503030403020204" pitchFamily="34" charset="0"/>
                <a:ea typeface="Source Sans Pro" panose="020B0503030403020204" pitchFamily="34" charset="0"/>
              </a:rPr>
              <a:t>Both should be highly interactive!</a:t>
            </a:r>
          </a:p>
        </p:txBody>
      </p:sp>
    </p:spTree>
    <p:extLst>
      <p:ext uri="{BB962C8B-B14F-4D97-AF65-F5344CB8AC3E}">
        <p14:creationId xmlns:p14="http://schemas.microsoft.com/office/powerpoint/2010/main" val="3386401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5D8E0-3EE8-7F9E-9C4A-CB968BA6B71B}"/>
              </a:ext>
            </a:extLst>
          </p:cNvPr>
          <p:cNvSpPr>
            <a:spLocks noGrp="1"/>
          </p:cNvSpPr>
          <p:nvPr>
            <p:ph type="title"/>
          </p:nvPr>
        </p:nvSpPr>
        <p:spPr/>
        <p:txBody>
          <a:bodyPr/>
          <a:lstStyle/>
          <a:p>
            <a:r>
              <a:rPr lang="en-US" dirty="0"/>
              <a:t>Preparing a lab or discussion course.</a:t>
            </a:r>
          </a:p>
        </p:txBody>
      </p:sp>
      <p:sp>
        <p:nvSpPr>
          <p:cNvPr id="3" name="Content Placeholder 2">
            <a:extLst>
              <a:ext uri="{FF2B5EF4-FFF2-40B4-BE49-F238E27FC236}">
                <a16:creationId xmlns:a16="http://schemas.microsoft.com/office/drawing/2014/main" id="{F066B8CF-3FB8-85D5-E1FC-1E4AF68281DA}"/>
              </a:ext>
            </a:extLst>
          </p:cNvPr>
          <p:cNvSpPr>
            <a:spLocks noGrp="1"/>
          </p:cNvSpPr>
          <p:nvPr>
            <p:ph idx="1"/>
          </p:nvPr>
        </p:nvSpPr>
        <p:spPr/>
        <p:txBody>
          <a:bodyPr/>
          <a:lstStyle/>
          <a:p>
            <a:r>
              <a:rPr lang="en-US" sz="2200" dirty="0">
                <a:latin typeface="Source Sans Pro" panose="020B0503030403020204" pitchFamily="34" charset="0"/>
                <a:ea typeface="Source Sans Pro" panose="020B0503030403020204" pitchFamily="34" charset="0"/>
              </a:rPr>
              <a:t>Remember... “</a:t>
            </a:r>
            <a:r>
              <a:rPr lang="en-US" sz="2200" b="1" i="0" dirty="0">
                <a:solidFill>
                  <a:srgbClr val="000000"/>
                </a:solidFill>
                <a:effectLst/>
                <a:latin typeface="Source Sans Pro" panose="020B0503030403020204" pitchFamily="34" charset="0"/>
                <a:ea typeface="Source Sans Pro" panose="020B0503030403020204" pitchFamily="34" charset="0"/>
              </a:rPr>
              <a:t>The Teaching Assistant is responsible only for the conduct of recitation, discussion, laboratory, or quiz sections </a:t>
            </a:r>
            <a:r>
              <a:rPr lang="en-US" sz="2200" b="1" i="0" u="sng" dirty="0">
                <a:solidFill>
                  <a:srgbClr val="000000"/>
                </a:solidFill>
                <a:effectLst/>
                <a:latin typeface="Source Sans Pro" panose="020B0503030403020204" pitchFamily="34" charset="0"/>
                <a:ea typeface="Source Sans Pro" panose="020B0503030403020204" pitchFamily="34" charset="0"/>
              </a:rPr>
              <a:t>under the active direction and supervision of a regular member of the faculty</a:t>
            </a:r>
            <a:r>
              <a:rPr lang="en-US" sz="2200" b="1" i="0" dirty="0">
                <a:solidFill>
                  <a:srgbClr val="000000"/>
                </a:solidFill>
                <a:effectLst/>
                <a:latin typeface="Source Sans Pro" panose="020B0503030403020204" pitchFamily="34" charset="0"/>
                <a:ea typeface="Source Sans Pro" panose="020B0503030403020204" pitchFamily="34" charset="0"/>
              </a:rPr>
              <a:t> to whom responsibility for the course’s entire instruction, including the performance of Teaching Assistants, has been assigned.</a:t>
            </a:r>
            <a:r>
              <a:rPr lang="en-US" sz="2200" i="0" dirty="0">
                <a:solidFill>
                  <a:srgbClr val="000000"/>
                </a:solidFill>
                <a:effectLst/>
                <a:latin typeface="Source Sans Pro" panose="020B0503030403020204" pitchFamily="34" charset="0"/>
                <a:ea typeface="Source Sans Pro" panose="020B0503030403020204" pitchFamily="34" charset="0"/>
              </a:rPr>
              <a:t>”</a:t>
            </a:r>
            <a:endParaRPr lang="en-US" sz="2200" b="1" i="0" dirty="0">
              <a:solidFill>
                <a:srgbClr val="000000"/>
              </a:solidFill>
              <a:effectLst/>
              <a:latin typeface="Source Sans Pro" panose="020B0503030403020204" pitchFamily="34" charset="0"/>
              <a:ea typeface="Source Sans Pro" panose="020B0503030403020204" pitchFamily="34" charset="0"/>
            </a:endParaRPr>
          </a:p>
          <a:p>
            <a:r>
              <a:rPr lang="en-US" sz="2200" dirty="0">
                <a:latin typeface="Source Sans Pro" panose="020B0503030403020204" pitchFamily="34" charset="0"/>
                <a:ea typeface="Source Sans Pro" panose="020B0503030403020204" pitchFamily="34" charset="0"/>
              </a:rPr>
              <a:t>Once you’re assigned a </a:t>
            </a:r>
            <a:r>
              <a:rPr lang="en-US" sz="2200" dirty="0" err="1">
                <a:latin typeface="Source Sans Pro" panose="020B0503030403020204" pitchFamily="34" charset="0"/>
                <a:ea typeface="Source Sans Pro" panose="020B0503030403020204" pitchFamily="34" charset="0"/>
              </a:rPr>
              <a:t>TAship</a:t>
            </a:r>
            <a:r>
              <a:rPr lang="en-US" sz="2200" dirty="0">
                <a:latin typeface="Source Sans Pro" panose="020B0503030403020204" pitchFamily="34" charset="0"/>
                <a:ea typeface="Source Sans Pro" panose="020B0503030403020204" pitchFamily="34" charset="0"/>
              </a:rPr>
              <a:t> for the quarter you supervisor will reach out to set-up weekly meetings. This is where you will get an idea of their expectations for the lecture and the lab/discussion you will be responsible for.</a:t>
            </a:r>
          </a:p>
          <a:p>
            <a:r>
              <a:rPr lang="en-US" sz="2200" dirty="0">
                <a:latin typeface="Source Sans Pro" panose="020B0503030403020204" pitchFamily="34" charset="0"/>
                <a:ea typeface="Source Sans Pro" panose="020B0503030403020204" pitchFamily="34" charset="0"/>
              </a:rPr>
              <a:t>They will probably know the best structuring of the course you will be </a:t>
            </a:r>
            <a:r>
              <a:rPr lang="en-US" sz="2200" dirty="0" err="1">
                <a:latin typeface="Source Sans Pro" panose="020B0503030403020204" pitchFamily="34" charset="0"/>
                <a:ea typeface="Source Sans Pro" panose="020B0503030403020204" pitchFamily="34" charset="0"/>
              </a:rPr>
              <a:t>TAing</a:t>
            </a:r>
            <a:r>
              <a:rPr lang="en-US" sz="2200" dirty="0">
                <a:latin typeface="Source Sans Pro" panose="020B0503030403020204" pitchFamily="34" charset="0"/>
                <a:ea typeface="Source Sans Pro" panose="020B0503030403020204" pitchFamily="34" charset="0"/>
              </a:rPr>
              <a:t>. There will be freedom for you to format the course the way you want to lead it, but most of the time the instructor will have ideas on how to go about the topics being covered. </a:t>
            </a:r>
          </a:p>
          <a:p>
            <a:r>
              <a:rPr lang="en-US" sz="2200" dirty="0">
                <a:latin typeface="Source Sans Pro" panose="020B0503030403020204" pitchFamily="34" charset="0"/>
                <a:ea typeface="Source Sans Pro" panose="020B0503030403020204" pitchFamily="34" charset="0"/>
              </a:rPr>
              <a:t>The supervisor is your resource, so do not be afraid to ask them anything or throw ideas once you get a gauge of what works best for you and your students.</a:t>
            </a:r>
          </a:p>
        </p:txBody>
      </p:sp>
    </p:spTree>
    <p:extLst>
      <p:ext uri="{BB962C8B-B14F-4D97-AF65-F5344CB8AC3E}">
        <p14:creationId xmlns:p14="http://schemas.microsoft.com/office/powerpoint/2010/main" val="1519142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C450-42E5-2A93-70F9-6F06C34CCB32}"/>
              </a:ext>
            </a:extLst>
          </p:cNvPr>
          <p:cNvSpPr>
            <a:spLocks noGrp="1"/>
          </p:cNvSpPr>
          <p:nvPr>
            <p:ph type="title"/>
          </p:nvPr>
        </p:nvSpPr>
        <p:spPr>
          <a:xfrm>
            <a:off x="1117600" y="1811655"/>
            <a:ext cx="9956800" cy="762000"/>
          </a:xfrm>
        </p:spPr>
        <p:txBody>
          <a:bodyPr/>
          <a:lstStyle/>
          <a:p>
            <a:pPr algn="ctr"/>
            <a:r>
              <a:rPr lang="en-US" dirty="0">
                <a:hlinkClick r:id="rId3"/>
              </a:rPr>
              <a:t>How would you prepare a </a:t>
            </a:r>
            <a:br>
              <a:rPr lang="en-US" dirty="0">
                <a:hlinkClick r:id="rId3"/>
              </a:rPr>
            </a:br>
            <a:r>
              <a:rPr lang="en-US" dirty="0">
                <a:hlinkClick r:id="rId3"/>
              </a:rPr>
              <a:t>lab or discussion course</a:t>
            </a:r>
            <a:r>
              <a:rPr lang="en-US" dirty="0"/>
              <a:t>?</a:t>
            </a:r>
          </a:p>
        </p:txBody>
      </p:sp>
      <p:sp>
        <p:nvSpPr>
          <p:cNvPr id="3" name="Content Placeholder 2">
            <a:extLst>
              <a:ext uri="{FF2B5EF4-FFF2-40B4-BE49-F238E27FC236}">
                <a16:creationId xmlns:a16="http://schemas.microsoft.com/office/drawing/2014/main" id="{8E92FC1F-CAE3-1EB7-686F-5DE83E1C3BB2}"/>
              </a:ext>
            </a:extLst>
          </p:cNvPr>
          <p:cNvSpPr>
            <a:spLocks noGrp="1"/>
          </p:cNvSpPr>
          <p:nvPr>
            <p:ph idx="1"/>
          </p:nvPr>
        </p:nvSpPr>
        <p:spPr>
          <a:xfrm>
            <a:off x="1331119" y="2634615"/>
            <a:ext cx="9529762" cy="2901696"/>
          </a:xfrm>
        </p:spPr>
        <p:txBody>
          <a:bodyPr/>
          <a:lstStyle/>
          <a:p>
            <a:pPr marL="0" indent="0" algn="ctr">
              <a:buNone/>
            </a:pPr>
            <a:r>
              <a:rPr lang="en-US" dirty="0"/>
              <a:t>Think back to when you were an undergraduate and the courses you’ve taken. Maybe think of one great lab or discussion course you’ve taken and one, maybe not so great one. How were they prepared? Would you do anything different? If yes, how? </a:t>
            </a:r>
          </a:p>
          <a:p>
            <a:pPr marL="0" indent="0" algn="ctr">
              <a:buNone/>
            </a:pPr>
            <a:br>
              <a:rPr lang="en-US" dirty="0"/>
            </a:br>
            <a:r>
              <a:rPr lang="en-US" dirty="0"/>
              <a:t>I will put you in breakout rooms again to discuss for 10 minutes. Be ready to share your ideas once we come back. </a:t>
            </a:r>
          </a:p>
        </p:txBody>
      </p:sp>
    </p:spTree>
    <p:extLst>
      <p:ext uri="{BB962C8B-B14F-4D97-AF65-F5344CB8AC3E}">
        <p14:creationId xmlns:p14="http://schemas.microsoft.com/office/powerpoint/2010/main" val="2746840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7B89A-4B71-2041-D944-3656A958F2B7}"/>
              </a:ext>
            </a:extLst>
          </p:cNvPr>
          <p:cNvSpPr>
            <a:spLocks noGrp="1"/>
          </p:cNvSpPr>
          <p:nvPr>
            <p:ph type="title"/>
          </p:nvPr>
        </p:nvSpPr>
        <p:spPr/>
        <p:txBody>
          <a:bodyPr/>
          <a:lstStyle/>
          <a:p>
            <a:r>
              <a:rPr lang="en-US" dirty="0"/>
              <a:t>Tips for preparation for lab TAs</a:t>
            </a:r>
          </a:p>
        </p:txBody>
      </p:sp>
      <p:sp>
        <p:nvSpPr>
          <p:cNvPr id="3" name="Content Placeholder 2">
            <a:extLst>
              <a:ext uri="{FF2B5EF4-FFF2-40B4-BE49-F238E27FC236}">
                <a16:creationId xmlns:a16="http://schemas.microsoft.com/office/drawing/2014/main" id="{53E3690A-9F1A-9890-64BB-14602BEBDCA9}"/>
              </a:ext>
            </a:extLst>
          </p:cNvPr>
          <p:cNvSpPr>
            <a:spLocks noGrp="1"/>
          </p:cNvSpPr>
          <p:nvPr>
            <p:ph idx="1"/>
          </p:nvPr>
        </p:nvSpPr>
        <p:spPr/>
        <p:txBody>
          <a:bodyPr/>
          <a:lstStyle/>
          <a:p>
            <a:r>
              <a:rPr lang="en-US" dirty="0"/>
              <a:t>Remember... Labs allow for hands-on, practical exposure to subject matter. A lab course allows for in-depth observation, participation, experimentation or practice. The goal is to maximize understanding and application of concepts learned or will be learned in lecture.</a:t>
            </a:r>
          </a:p>
          <a:p>
            <a:r>
              <a:rPr lang="en-US" dirty="0"/>
              <a:t>Strategies to remember when running a lab:</a:t>
            </a:r>
          </a:p>
          <a:p>
            <a:pPr marL="806442" lvl="1" indent="-457200">
              <a:buFont typeface="+mj-lt"/>
              <a:buAutoNum type="arabicPeriod"/>
            </a:pPr>
            <a:r>
              <a:rPr lang="en-US" dirty="0"/>
              <a:t>REVIEW each lab exercise on your own BEFORE teaching it. This way you can, also, address any questions or concerns. DO NOT “wing it”. You do not want to feel disorganized. It will only cause anxiety on both ends.</a:t>
            </a:r>
          </a:p>
          <a:p>
            <a:pPr marL="806442" lvl="1" indent="-457200">
              <a:buFont typeface="+mj-lt"/>
              <a:buAutoNum type="arabicPeriod"/>
            </a:pPr>
            <a:r>
              <a:rPr lang="en-US" dirty="0"/>
              <a:t>Being asked a question you don’t know the answer to. Remember, you will always know more than the students will! And if you did your HW then you should be able to answer questions regarding the lab. Questions outside the subject of the lab is a good sign that your student’s interest is piqued by the material!</a:t>
            </a:r>
          </a:p>
          <a:p>
            <a:pPr marL="806442" lvl="1" indent="-457200">
              <a:buFont typeface="+mj-lt"/>
              <a:buAutoNum type="arabicPeriod"/>
            </a:pPr>
            <a:r>
              <a:rPr lang="en-US" dirty="0"/>
              <a:t>Don’t be afraid to admit when you’re unsure about something. You can always tell the student that you can get back to them on their question, or try to figure it out together.</a:t>
            </a:r>
          </a:p>
        </p:txBody>
      </p:sp>
    </p:spTree>
    <p:extLst>
      <p:ext uri="{BB962C8B-B14F-4D97-AF65-F5344CB8AC3E}">
        <p14:creationId xmlns:p14="http://schemas.microsoft.com/office/powerpoint/2010/main" val="2322366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64045-98D0-F0ED-FFCF-F1855E21E8BC}"/>
              </a:ext>
            </a:extLst>
          </p:cNvPr>
          <p:cNvSpPr>
            <a:spLocks noGrp="1"/>
          </p:cNvSpPr>
          <p:nvPr>
            <p:ph type="title"/>
          </p:nvPr>
        </p:nvSpPr>
        <p:spPr/>
        <p:txBody>
          <a:bodyPr/>
          <a:lstStyle/>
          <a:p>
            <a:r>
              <a:rPr lang="en-US" dirty="0"/>
              <a:t>Tips for preparation for discussion TAs</a:t>
            </a:r>
          </a:p>
        </p:txBody>
      </p:sp>
      <p:sp>
        <p:nvSpPr>
          <p:cNvPr id="3" name="Content Placeholder 2">
            <a:extLst>
              <a:ext uri="{FF2B5EF4-FFF2-40B4-BE49-F238E27FC236}">
                <a16:creationId xmlns:a16="http://schemas.microsoft.com/office/drawing/2014/main" id="{94805259-C4B1-60FC-2EF0-CC87472E97DB}"/>
              </a:ext>
            </a:extLst>
          </p:cNvPr>
          <p:cNvSpPr>
            <a:spLocks noGrp="1"/>
          </p:cNvSpPr>
          <p:nvPr>
            <p:ph idx="1"/>
          </p:nvPr>
        </p:nvSpPr>
        <p:spPr/>
        <p:txBody>
          <a:bodyPr/>
          <a:lstStyle/>
          <a:p>
            <a:r>
              <a:rPr lang="en-US" dirty="0"/>
              <a:t>Remember... The goal of the discussion TA is to maximize student understanding and learning of the material presented in lecture. It is the TA’s job to help facilitate the learning process and solidify the concepts taught in lecture. It is important to lead students to a deeper understanding of course material by promoting collaborative and active learning. </a:t>
            </a:r>
          </a:p>
        </p:txBody>
      </p:sp>
    </p:spTree>
    <p:extLst>
      <p:ext uri="{BB962C8B-B14F-4D97-AF65-F5344CB8AC3E}">
        <p14:creationId xmlns:p14="http://schemas.microsoft.com/office/powerpoint/2010/main" val="2954670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64045-98D0-F0ED-FFCF-F1855E21E8BC}"/>
              </a:ext>
            </a:extLst>
          </p:cNvPr>
          <p:cNvSpPr>
            <a:spLocks noGrp="1"/>
          </p:cNvSpPr>
          <p:nvPr>
            <p:ph type="title"/>
          </p:nvPr>
        </p:nvSpPr>
        <p:spPr/>
        <p:txBody>
          <a:bodyPr/>
          <a:lstStyle/>
          <a:p>
            <a:r>
              <a:rPr lang="en-US" dirty="0"/>
              <a:t>Tips for preparation for discussion TAs</a:t>
            </a:r>
          </a:p>
        </p:txBody>
      </p:sp>
      <p:sp>
        <p:nvSpPr>
          <p:cNvPr id="3" name="Content Placeholder 2">
            <a:extLst>
              <a:ext uri="{FF2B5EF4-FFF2-40B4-BE49-F238E27FC236}">
                <a16:creationId xmlns:a16="http://schemas.microsoft.com/office/drawing/2014/main" id="{94805259-C4B1-60FC-2EF0-CC87472E97DB}"/>
              </a:ext>
            </a:extLst>
          </p:cNvPr>
          <p:cNvSpPr>
            <a:spLocks noGrp="1"/>
          </p:cNvSpPr>
          <p:nvPr>
            <p:ph idx="1"/>
          </p:nvPr>
        </p:nvSpPr>
        <p:spPr/>
        <p:txBody>
          <a:bodyPr/>
          <a:lstStyle/>
          <a:p>
            <a:r>
              <a:rPr lang="en-US" dirty="0"/>
              <a:t>Strategies to remember when running a discussion:</a:t>
            </a:r>
          </a:p>
          <a:p>
            <a:pPr marL="801679" lvl="1" indent="-457200">
              <a:buFont typeface="+mj-lt"/>
              <a:buAutoNum type="arabicPeriod"/>
            </a:pPr>
            <a:r>
              <a:rPr lang="en-US" dirty="0"/>
              <a:t>Review lecture material, come to class with prepared notes, and generate problems to solve (sometimes the supervisor will have worksheets, questions, etc.). </a:t>
            </a:r>
          </a:p>
          <a:p>
            <a:pPr marL="801679" lvl="1" indent="-457200">
              <a:buFont typeface="+mj-lt"/>
              <a:buAutoNum type="arabicPeriod"/>
            </a:pPr>
            <a:r>
              <a:rPr lang="en-US" dirty="0"/>
              <a:t>Students will most-likely not come to discussion with questions of their own. Your job is to facilitate and set clear goals. As a discussion TA, you are responsible to set the agenda, clarify class concepts, promote discussion, and keep students engaged. </a:t>
            </a:r>
          </a:p>
          <a:p>
            <a:pPr marL="801679" lvl="1" indent="-457200">
              <a:buFont typeface="+mj-lt"/>
              <a:buAutoNum type="arabicPeriod"/>
            </a:pPr>
            <a:r>
              <a:rPr lang="en-US" dirty="0"/>
              <a:t>If a question is raised that you can’t answer, don’t pretend that you know the answer.  Instead, thank the questioner, discuss how you would approach the problem, and then find the solution before coming to the next class (better yet, nominate the student who asked the question to find the answer). This allows you to retain your credibility as a teacher, and students will respect you for it. </a:t>
            </a:r>
          </a:p>
          <a:p>
            <a:pPr marL="801679" lvl="1" indent="-457200">
              <a:buFont typeface="+mj-lt"/>
              <a:buAutoNum type="arabicPeriod"/>
            </a:pPr>
            <a:r>
              <a:rPr lang="en-US" dirty="0"/>
              <a:t>A TA with good communication skills (which is not just speaking) has the ability to interact with students in a way that helps them better understand the material from lecture and reach new insights both independently and collectively. </a:t>
            </a:r>
          </a:p>
        </p:txBody>
      </p:sp>
    </p:spTree>
    <p:extLst>
      <p:ext uri="{BB962C8B-B14F-4D97-AF65-F5344CB8AC3E}">
        <p14:creationId xmlns:p14="http://schemas.microsoft.com/office/powerpoint/2010/main" val="3143243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4AFBD-57E0-5F4D-B9D7-F187357EC43C}"/>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C470FA29-ECEC-8E46-9028-4549F6D124F4}"/>
              </a:ext>
            </a:extLst>
          </p:cNvPr>
          <p:cNvSpPr>
            <a:spLocks noGrp="1"/>
          </p:cNvSpPr>
          <p:nvPr>
            <p:ph idx="1"/>
          </p:nvPr>
        </p:nvSpPr>
        <p:spPr/>
        <p:txBody>
          <a:bodyPr/>
          <a:lstStyle/>
          <a:p>
            <a:pPr>
              <a:lnSpc>
                <a:spcPct val="100000"/>
              </a:lnSpc>
            </a:pPr>
            <a:r>
              <a:rPr lang="en-US" sz="2800" dirty="0">
                <a:solidFill>
                  <a:schemeClr val="tx1">
                    <a:lumMod val="95000"/>
                    <a:lumOff val="5000"/>
                  </a:schemeClr>
                </a:solidFill>
                <a:latin typeface="Avenir Book" panose="02000503020000020003" pitchFamily="2" charset="0"/>
              </a:rPr>
              <a:t>Email us at </a:t>
            </a:r>
            <a:r>
              <a:rPr lang="en-US" sz="2800" dirty="0">
                <a:solidFill>
                  <a:schemeClr val="tx1">
                    <a:lumMod val="95000"/>
                    <a:lumOff val="5000"/>
                  </a:schemeClr>
                </a:solidFill>
                <a:latin typeface="Avenir Book" panose="02000503020000020003" pitchFamily="2" charset="0"/>
                <a:hlinkClick r:id="rId2"/>
              </a:rPr>
              <a:t>tadp@ucr.edu</a:t>
            </a:r>
            <a:endParaRPr lang="en-US" sz="2800" dirty="0">
              <a:solidFill>
                <a:schemeClr val="tx1">
                  <a:lumMod val="95000"/>
                  <a:lumOff val="5000"/>
                </a:schemeClr>
              </a:solidFill>
              <a:latin typeface="Avenir Book" panose="02000503020000020003" pitchFamily="2" charset="0"/>
            </a:endParaRPr>
          </a:p>
          <a:p>
            <a:pPr>
              <a:lnSpc>
                <a:spcPct val="100000"/>
              </a:lnSpc>
            </a:pPr>
            <a:r>
              <a:rPr lang="en-US" sz="2800" dirty="0">
                <a:solidFill>
                  <a:schemeClr val="tx1">
                    <a:lumMod val="95000"/>
                    <a:lumOff val="5000"/>
                  </a:schemeClr>
                </a:solidFill>
                <a:latin typeface="Avenir Book" panose="02000503020000020003" pitchFamily="2" charset="0"/>
              </a:rPr>
              <a:t>Teaching Assistant Development Program </a:t>
            </a:r>
            <a:r>
              <a:rPr lang="en-US" sz="2800" dirty="0">
                <a:solidFill>
                  <a:schemeClr val="tx1">
                    <a:lumMod val="95000"/>
                    <a:lumOff val="5000"/>
                  </a:schemeClr>
                </a:solidFill>
                <a:latin typeface="Avenir Book" panose="02000503020000020003" pitchFamily="2" charset="0"/>
                <a:hlinkClick r:id="rId3"/>
              </a:rPr>
              <a:t>https://tadp.ucr.edu</a:t>
            </a:r>
            <a:r>
              <a:rPr lang="en-US" sz="2800" dirty="0">
                <a:solidFill>
                  <a:schemeClr val="tx1">
                    <a:lumMod val="95000"/>
                    <a:lumOff val="5000"/>
                  </a:schemeClr>
                </a:solidFill>
                <a:latin typeface="Avenir Book" panose="02000503020000020003" pitchFamily="2" charset="0"/>
              </a:rPr>
              <a:t> </a:t>
            </a:r>
          </a:p>
          <a:p>
            <a:pPr lvl="1">
              <a:lnSpc>
                <a:spcPct val="100000"/>
              </a:lnSpc>
            </a:pPr>
            <a:r>
              <a:rPr lang="en-US" sz="2400" dirty="0">
                <a:solidFill>
                  <a:schemeClr val="tx1">
                    <a:lumMod val="95000"/>
                    <a:lumOff val="5000"/>
                  </a:schemeClr>
                </a:solidFill>
                <a:latin typeface="Avenir Book" panose="02000503020000020003" pitchFamily="2" charset="0"/>
              </a:rPr>
              <a:t>To access resources related to today’s workshop: </a:t>
            </a:r>
            <a:r>
              <a:rPr lang="en-US" sz="2400" dirty="0">
                <a:solidFill>
                  <a:schemeClr val="tx1">
                    <a:lumMod val="95000"/>
                    <a:lumOff val="5000"/>
                  </a:schemeClr>
                </a:solidFill>
                <a:latin typeface="Avenir Book" panose="02000503020000020003" pitchFamily="2" charset="0"/>
                <a:hlinkClick r:id="rId4"/>
              </a:rPr>
              <a:t>https://tadp.ucr.edu/resources</a:t>
            </a:r>
            <a:r>
              <a:rPr lang="en-US" sz="2400" dirty="0">
                <a:solidFill>
                  <a:schemeClr val="tx1">
                    <a:lumMod val="95000"/>
                    <a:lumOff val="5000"/>
                  </a:schemeClr>
                </a:solidFill>
                <a:latin typeface="Avenir Book" panose="02000503020000020003" pitchFamily="2" charset="0"/>
              </a:rPr>
              <a:t> </a:t>
            </a:r>
          </a:p>
          <a:p>
            <a:pPr lvl="1">
              <a:lnSpc>
                <a:spcPct val="100000"/>
              </a:lnSpc>
            </a:pPr>
            <a:r>
              <a:rPr lang="en-US" sz="2400" dirty="0">
                <a:solidFill>
                  <a:schemeClr val="tx1">
                    <a:lumMod val="95000"/>
                    <a:lumOff val="5000"/>
                  </a:schemeClr>
                </a:solidFill>
                <a:latin typeface="Avenir Book" panose="02000503020000020003" pitchFamily="2" charset="0"/>
              </a:rPr>
              <a:t>To discuss pedagogy and teaching strategies, set up an individual consultation with one of the members of the TADP team: </a:t>
            </a:r>
            <a:r>
              <a:rPr lang="en-US" sz="2400" dirty="0">
                <a:solidFill>
                  <a:schemeClr val="tx1">
                    <a:lumMod val="95000"/>
                    <a:lumOff val="5000"/>
                  </a:schemeClr>
                </a:solidFill>
                <a:latin typeface="Avenir Book" panose="02000503020000020003" pitchFamily="2" charset="0"/>
                <a:hlinkClick r:id="rId5"/>
              </a:rPr>
              <a:t>https://ucr.mywconline.com/</a:t>
            </a:r>
            <a:endParaRPr lang="en-US" sz="2400" dirty="0">
              <a:solidFill>
                <a:schemeClr val="tx1">
                  <a:lumMod val="95000"/>
                  <a:lumOff val="5000"/>
                </a:schemeClr>
              </a:solidFill>
              <a:latin typeface="Avenir Book" panose="02000503020000020003" pitchFamily="2" charset="0"/>
            </a:endParaRPr>
          </a:p>
          <a:p>
            <a:pPr lvl="1">
              <a:lnSpc>
                <a:spcPct val="100000"/>
              </a:lnSpc>
            </a:pPr>
            <a:r>
              <a:rPr lang="en-US" sz="2400" dirty="0">
                <a:solidFill>
                  <a:schemeClr val="tx1">
                    <a:lumMod val="95000"/>
                    <a:lumOff val="5000"/>
                  </a:schemeClr>
                </a:solidFill>
                <a:latin typeface="Avenir Book" panose="02000503020000020003" pitchFamily="2" charset="0"/>
              </a:rPr>
              <a:t>To schedule a teaching observation please see this form: </a:t>
            </a:r>
            <a:r>
              <a:rPr lang="en-US" sz="2400" dirty="0">
                <a:solidFill>
                  <a:schemeClr val="tx1">
                    <a:lumMod val="95000"/>
                    <a:lumOff val="5000"/>
                  </a:schemeClr>
                </a:solidFill>
                <a:latin typeface="Avenir Book" panose="02000503020000020003" pitchFamily="2" charset="0"/>
                <a:hlinkClick r:id="rId6"/>
              </a:rPr>
              <a:t>https://docs.google.com/forms/d/e/1FAIpQLSe_IUadmjTy09VVpVK9ZKIOGiqJxpnwJPjsvoVIE56KAJg_uQ/viewform?usp=sf_link</a:t>
            </a:r>
            <a:r>
              <a:rPr lang="en-US" sz="2400" dirty="0">
                <a:solidFill>
                  <a:schemeClr val="tx1">
                    <a:lumMod val="95000"/>
                    <a:lumOff val="5000"/>
                  </a:schemeClr>
                </a:solidFill>
                <a:latin typeface="Avenir Book" panose="02000503020000020003" pitchFamily="2" charset="0"/>
              </a:rPr>
              <a:t> </a:t>
            </a:r>
            <a:endParaRPr lang="en-US" dirty="0">
              <a:solidFill>
                <a:schemeClr val="tx1">
                  <a:lumMod val="95000"/>
                  <a:lumOff val="5000"/>
                </a:schemeClr>
              </a:solidFill>
              <a:latin typeface="Avenir Book" panose="02000503020000020003" pitchFamily="2" charset="0"/>
            </a:endParaRPr>
          </a:p>
          <a:p>
            <a:pPr lvl="1">
              <a:lnSpc>
                <a:spcPct val="100000"/>
              </a:lnSpc>
            </a:pPr>
            <a:endParaRPr lang="en-US" dirty="0">
              <a:solidFill>
                <a:schemeClr val="tx1">
                  <a:lumMod val="95000"/>
                  <a:lumOff val="5000"/>
                </a:schemeClr>
              </a:solidFill>
              <a:latin typeface="Avenir Book" panose="02000503020000020003" pitchFamily="2" charset="0"/>
            </a:endParaRPr>
          </a:p>
          <a:p>
            <a:pPr lvl="1">
              <a:lnSpc>
                <a:spcPct val="100000"/>
              </a:lnSpc>
            </a:pPr>
            <a:endParaRPr lang="en-US" dirty="0">
              <a:solidFill>
                <a:schemeClr val="tx1">
                  <a:lumMod val="95000"/>
                  <a:lumOff val="5000"/>
                </a:schemeClr>
              </a:solidFill>
              <a:latin typeface="Avenir Book" panose="02000503020000020003" pitchFamily="2" charset="0"/>
            </a:endParaRPr>
          </a:p>
          <a:p>
            <a:pPr lvl="1">
              <a:lnSpc>
                <a:spcPct val="100000"/>
              </a:lnSpc>
            </a:pPr>
            <a:endParaRPr lang="en-US" dirty="0">
              <a:solidFill>
                <a:schemeClr val="tx1">
                  <a:lumMod val="95000"/>
                  <a:lumOff val="5000"/>
                </a:schemeClr>
              </a:solidFill>
              <a:latin typeface="Avenir Book" panose="02000503020000020003" pitchFamily="2" charset="0"/>
            </a:endParaRPr>
          </a:p>
          <a:p>
            <a:pPr marL="344479" lvl="1" indent="0" algn="ctr">
              <a:lnSpc>
                <a:spcPct val="100000"/>
              </a:lnSpc>
              <a:buNone/>
            </a:pPr>
            <a:r>
              <a:rPr lang="en-US" sz="6000" dirty="0">
                <a:solidFill>
                  <a:schemeClr val="tx1">
                    <a:lumMod val="95000"/>
                    <a:lumOff val="5000"/>
                  </a:schemeClr>
                </a:solidFill>
                <a:latin typeface="Avenir Book" panose="02000503020000020003" pitchFamily="2" charset="0"/>
              </a:rPr>
              <a:t>Thank you! </a:t>
            </a:r>
          </a:p>
        </p:txBody>
      </p:sp>
      <p:pic>
        <p:nvPicPr>
          <p:cNvPr id="4" name="Picture 3" descr="A picture containing text&#10;&#10;Description automatically generated">
            <a:extLst>
              <a:ext uri="{FF2B5EF4-FFF2-40B4-BE49-F238E27FC236}">
                <a16:creationId xmlns:a16="http://schemas.microsoft.com/office/drawing/2014/main" id="{632096A6-CFA4-3641-BD0E-746A91888A81}"/>
              </a:ext>
            </a:extLst>
          </p:cNvPr>
          <p:cNvPicPr>
            <a:picLocks noChangeAspect="1"/>
          </p:cNvPicPr>
          <p:nvPr/>
        </p:nvPicPr>
        <p:blipFill rotWithShape="1">
          <a:blip r:embed="rId7"/>
          <a:srcRect l="3687" t="10977" r="10680" b="12103"/>
          <a:stretch/>
        </p:blipFill>
        <p:spPr>
          <a:xfrm>
            <a:off x="8414411" y="87351"/>
            <a:ext cx="3586348" cy="748991"/>
          </a:xfrm>
          <a:prstGeom prst="rect">
            <a:avLst/>
          </a:prstGeom>
        </p:spPr>
      </p:pic>
    </p:spTree>
    <p:extLst>
      <p:ext uri="{BB962C8B-B14F-4D97-AF65-F5344CB8AC3E}">
        <p14:creationId xmlns:p14="http://schemas.microsoft.com/office/powerpoint/2010/main" val="1919906866"/>
      </p:ext>
    </p:extLst>
  </p:cSld>
  <p:clrMapOvr>
    <a:masterClrMapping/>
  </p:clrMapOvr>
</p:sld>
</file>

<file path=ppt/theme/theme1.xml><?xml version="1.0" encoding="utf-8"?>
<a:theme xmlns:a="http://schemas.openxmlformats.org/drawingml/2006/main" name="GradSuccess Theme_July 2021">
  <a:themeElements>
    <a:clrScheme name="Custom 5">
      <a:dk1>
        <a:srgbClr val="000000"/>
      </a:dk1>
      <a:lt1>
        <a:srgbClr val="FFFFFF"/>
      </a:lt1>
      <a:dk2>
        <a:srgbClr val="0F5494"/>
      </a:dk2>
      <a:lt2>
        <a:srgbClr val="EEA420"/>
      </a:lt2>
      <a:accent1>
        <a:srgbClr val="6A5B49"/>
      </a:accent1>
      <a:accent2>
        <a:srgbClr val="C3531F"/>
      </a:accent2>
      <a:accent3>
        <a:srgbClr val="5C731B"/>
      </a:accent3>
      <a:accent4>
        <a:srgbClr val="3A345F"/>
      </a:accent4>
      <a:accent5>
        <a:srgbClr val="02264D"/>
      </a:accent5>
      <a:accent6>
        <a:srgbClr val="AC8119"/>
      </a:accent6>
      <a:hlink>
        <a:srgbClr val="0432FF"/>
      </a:hlink>
      <a:folHlink>
        <a:srgbClr val="932092"/>
      </a:folHlink>
    </a:clrScheme>
    <a:fontScheme name="UCRTemplate4">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UCRTemplate4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UCRTemplate4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UCRTemplate4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UCRTemplate4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UCRTemplate4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UCRTemplate4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UCRTemplate4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UCRTemplate4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UCRTemplate4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UCRTemplate4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adSuccess Theme_July 2021" id="{5B9AA828-7E21-6149-9A12-5DED02CBBEAC}" vid="{ABB3FBA4-3FBA-4B48-A8F7-613B598F29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TADP PowerPoint Template simplified</Template>
  <TotalTime>14899</TotalTime>
  <Words>1416</Words>
  <Application>Microsoft Office PowerPoint</Application>
  <PresentationFormat>Widescreen</PresentationFormat>
  <Paragraphs>79</Paragraphs>
  <Slides>13</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Aptos</vt:lpstr>
      <vt:lpstr>Arial</vt:lpstr>
      <vt:lpstr>Avenir Book</vt:lpstr>
      <vt:lpstr>Calibri</vt:lpstr>
      <vt:lpstr>Courier New</vt:lpstr>
      <vt:lpstr>Fira Sans</vt:lpstr>
      <vt:lpstr>Google Sans</vt:lpstr>
      <vt:lpstr>Helvetica Neue</vt:lpstr>
      <vt:lpstr>Source Sans Pro</vt:lpstr>
      <vt:lpstr>Wingdings</vt:lpstr>
      <vt:lpstr>GradSuccess Theme_July 2021</vt:lpstr>
      <vt:lpstr>PowerPoint Presentation</vt:lpstr>
      <vt:lpstr>Preparing a lab or discussion section.</vt:lpstr>
      <vt:lpstr>What’s going to be covered?</vt:lpstr>
      <vt:lpstr>What is a TA and what are TAs responsible for?</vt:lpstr>
      <vt:lpstr>Difference between a lab and discussion.</vt:lpstr>
      <vt:lpstr>Laboratory vs discussion section.</vt:lpstr>
      <vt:lpstr>Laboratory vs discussion section.</vt:lpstr>
      <vt:lpstr>Preparing a lab or discussion course.</vt:lpstr>
      <vt:lpstr>How would you prepare a  lab or discussion course?</vt:lpstr>
      <vt:lpstr>Tips for preparation for lab TAs</vt:lpstr>
      <vt:lpstr>Tips for preparation for discussion TAs</vt:lpstr>
      <vt:lpstr>Tips for preparation for discussion TAs</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Grad Success</dc:creator>
  <cp:lastModifiedBy>Allyn Nguyen</cp:lastModifiedBy>
  <cp:revision>364</cp:revision>
  <cp:lastPrinted>2018-09-18T22:04:08Z</cp:lastPrinted>
  <dcterms:created xsi:type="dcterms:W3CDTF">2017-09-28T18:43:07Z</dcterms:created>
  <dcterms:modified xsi:type="dcterms:W3CDTF">2024-11-04T19:53:16Z</dcterms:modified>
</cp:coreProperties>
</file>